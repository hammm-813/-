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No.01 配布エージェントは『骨組み』
時代の話から入らせてください。今、人類はAIに使われる側と使いこなす側で大きく二極化していくフェーズに入っています。テンプレを覚えて使うだけなら誰でもできる。逆に言うと、最新AIを1日1時間、半年間触り続けるだけで上位1%の使い手になれる。こんなレアタイミングは、もう来ないかもしれません。だからこそ、皆さんに渡すエージェントは完成品ではなく骨組みです。完成品を渡されると自分の業務に合わせにくく、後から剥がす二度手間も発生します。骨だけなら、自分のニーズに合わせて肉付けする力が育ちます。エージェントを手にすることは、新入社員を1人雇うのと同じです。業務ルール・顧客情報・判断基準を覚えさせ、本当に実務で使える武器に育て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No.02 自分専用のナレッジを積み上げる
このスライドは、皆さんが毎週積み上げが消えないという事実を視覚化したものです。エリートプランは12週間で3段階の成長を設計しています。1ヶ月目は基礎を作る、2ヶ月目はオリジナル要素を入れる、3ヶ月目は完全オリジナルに仕上げる。徐々に自分の色を加えていく構造です。そして、なぜこの積み上げが資産になるのかを次のスライドで詳しく話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No.03 時間資本理論
人間が最初に持っているのは時間という資本だけです。これを順番通りに変換していかないと、収益までたどり着きません。時間を人的資本、つまりスキル・知識・経験に変えます。次に、人的資本が積み上がると社会資本、つまり信用・評判に変わります。そして社会資本が積み上がって、初めて金融資本、つまり収益に転換できます。この順番は飛ばせません。エリートプランの12週間は、まさに時間から人的資本への変換作業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No.04 エージェント連携の考え方
AIは1体で完結させるだけではありません。秘書、採用、CS、リサーチなど複数のエージェントが連携することで、一人で組織を持つような働き方ができるようになります。抽象的な話で終わると腹落ちしないので、次のスライドで秘書エージェントを例に具体的なカスタマイズイメージをお見せ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No.05 秘書エージェント4つのカスタマイズ例
具体例で話します。秘書エージェントを4つでカスタマイズすると、自分の代わりに動いてくれます。1つ目は自分のメール返信のクセを学習させること。2つ目は会社のロゴを入れたデザインMDを用意し、社外向け資料を会社用テンプレで出力させること。3つ目はCRMを読みに行き、お客様の好みをメールに反映させること。4つ目はBCCに必ず特定アドレスを入れるルールを設定して、社内にも自動共有する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No.06 自分の目的に合わせて作る
皆さんの目的は人それぞれです。副業、フリーランス、経営者、社内改善、コンサル。どれを選んでも正解です。今、業界特化のAIコンサル人材はほぼ存在していません。医療、保険、士業など、専門知識を持ったAIコンサルを必要としているのに、対応できる人がほぼゼロです。これは先行者利益が非常に大きいタイミング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No.07 マネタイズの4つの出口
マネタイズの出口は4つあります。1つ目は自分の業務で使う。2つ目は自社でキャリアアップ。3つ目は外販コンサルまたはパッケージ化。4つ目は自社プロダクトまたはサービスです。エリートプランのミニマムゴールは、自分でやりたいことを実現できる状態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No.08 “目標設定”より先に必要なこと
最初はみんな不確信の状態から始まります。AIに何ができるかよく分からない。次に理解し、小さく作る。すると価値が見え、そこで初めて目標が定まります。順番が逆ではいけません。まず目標を決めてから動くのではなく、まず動いて価値を見て、それから目標を定める。だから今、明確な目標がなくても焦らないで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No.09 自信の定義
自信とは、特定の行動を一定量こなせば、一定の結果が出ると確信している状態のことです。つまり、自信は気合いや前向きさではありません。やればやっただけ結果が出ると心の底から信じられている状態です。エリートプランは、この自信を皆さんの中に作る設計にな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No.10 マネタイズは“売り方の暗記”ではない
マネタイズは売り方のテンプレを覚えることではありません。テンプレで人は買いません。本質は、顧客理解、課題、価値、価格、提案の5段階の連鎖です。誰が何に困っていて、それを解決すればどんな価値になり、いくらで売れて、どう提案するか。この連鎖を自分で組めるようになることが目標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No.11 単価ステップ
最初は無料モニターからスタートします。1人でいいから使ってみたいと言ってくれる人を見つけて、価値を提供します。次に1,000円のスポット案件。そこで実績を積んだら、月5万円の継続契約。これがマネタイズの最初の山です。そして月100万円のコンサル契約。いきなり一番上を狙うのではなく、一段ずつ確実に登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No.12 参加者に求める姿勢
配布されたものを自分の環境でどう使うか、誰に価値があるかを常に考え、自ら手を動かし続けることが不可欠です。具体的には、分解する、試す、質問する、改善する。この4つすべてが揃って初めて、配布されたエージェントが自分の武器になっ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No.13 曜日サイクル7日分の『なんで』
月曜は知る。火曜は計画。水曜はPOC作成。木曜は育てる。金曜は連携。土曜はマネタイズ戦略。日曜は発表とフィードバックです。なんとなくこなすのではなく、各曜日の設計意図を持って回してください。特に日曜のFBの場は、集合知で見落としていたパターンを並行リサーチする時間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No.14 事前準備とサポートの考え方
毎回の実践会は、導入サポートの場ではありません。本編は60分から70分。事前準備をしてきた皆さんが、最大限の価値を受け取れるように設計されています。サポート時間は本編の後、必要な方だけに実施します。本編に来る前に、月曜の知る、火曜の計画、水曜の小さく作る。この3日間の動きを終えてから臨んで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No.15 90日後に目指す状態
90日後のゴールは5つです。設計できる、作れる、価値化できる、改善できる、提案できる。時間資本理論で言い換えるなら、12週間で皆さんは人的資本を持った状態でスタート地点に立つということです。3ヶ月で人的資本を獲得し、半年で先行者利益の位置に立つ。これが卒業後の現実的な未来像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No.16 毎週の積み上げが資産になる
自分専用ナレッジ、動くデモ、提案資料、フィードバック。これらを積み上げていくと、ポートフォリオと収益化に確実に届きます。時間という資本を人的資本に変え、ポートフォリオが社会資本、信用・評判に変わり、最終的に金融資本、収益に転換できます。1週目の成果物が未完成でも止まらないで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No.17 まとめ：AIエージェントを“自分の武器”にする
最後にここまでの話を全部繋ぎます。なぜ今やるのか。AIに使われる側と使いこなす側で二極化する時代だからです。どうやるのか。時間資本理論に基づき、12週間で時間を人的資本に変換します。そして出口は、業務改善、案件獲得、社内提案、コンサル、企業作業、副業です。来週の月曜から、もう一度知るのスタートです。3ヶ月後、皆さんはAIエージェントを自分の武器として持った人として、新しいスタート地点に立っています。このプランを最後まで一緒に走り抜けましょ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9D3F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B4E8"/>
          </a:solidFill>
          <a:ln w="12700">
            <a:solidFill>
              <a:srgbClr val="F8B4E8"/>
            </a:solidFill>
            <a:prstDash val="solid"/>
          </a:ln>
        </p:spPr>
      </p:sp>
      <p:sp>
        <p:nvSpPr>
          <p:cNvPr id="3" name="Shape 1"/>
          <p:cNvSpPr/>
          <p:nvPr/>
        </p:nvSpPr>
        <p:spPr>
          <a:xfrm>
            <a:off x="0" y="0"/>
            <a:ext cx="12191695" cy="6858000"/>
          </a:xfrm>
          <a:prstGeom prst="rect">
            <a:avLst/>
          </a:prstGeom>
          <a:solidFill>
            <a:srgbClr val="7B18D8">
              <a:alpha val="48000"/>
            </a:srgbClr>
          </a:solidFill>
          <a:ln w="12700">
            <a:solidFill>
              <a:srgbClr val="7B18D8">
                <a:alpha val="0"/>
              </a:srgbClr>
            </a:solidFill>
            <a:prstDash val="solid"/>
          </a:ln>
        </p:spPr>
      </p:sp>
      <p:sp>
        <p:nvSpPr>
          <p:cNvPr id="4" name="Shape 2"/>
          <p:cNvSpPr/>
          <p:nvPr/>
        </p:nvSpPr>
        <p:spPr>
          <a:xfrm rot="20880000">
            <a:off x="-1463040" y="-731520"/>
            <a:ext cx="8412480" cy="4754880"/>
          </a:xfrm>
          <a:prstGeom prst="arc">
            <a:avLst/>
          </a:prstGeom>
          <a:solidFill>
            <a:srgbClr val="FFFFFF">
              <a:alpha val="0"/>
            </a:srgbClr>
          </a:solidFill>
          <a:ln w="27940">
            <a:solidFill>
              <a:srgbClr val="FFFFFF">
                <a:alpha val="46000"/>
              </a:srgbClr>
            </a:solidFill>
            <a:prstDash val="solid"/>
          </a:ln>
        </p:spPr>
      </p:sp>
      <p:sp>
        <p:nvSpPr>
          <p:cNvPr id="5" name="Shape 3"/>
          <p:cNvSpPr/>
          <p:nvPr/>
        </p:nvSpPr>
        <p:spPr>
          <a:xfrm rot="720000">
            <a:off x="2926080" y="182880"/>
            <a:ext cx="8046720" cy="4572000"/>
          </a:xfrm>
          <a:prstGeom prst="arc">
            <a:avLst/>
          </a:prstGeom>
          <a:solidFill>
            <a:srgbClr val="FFFFFF">
              <a:alpha val="0"/>
            </a:srgbClr>
          </a:solidFill>
          <a:ln w="17780">
            <a:solidFill>
              <a:srgbClr val="FFFFFF">
                <a:alpha val="32000"/>
              </a:srgbClr>
            </a:solidFill>
            <a:prstDash val="solid"/>
          </a:ln>
        </p:spPr>
      </p:sp>
      <p:sp>
        <p:nvSpPr>
          <p:cNvPr id="6" name="Shape 4"/>
          <p:cNvSpPr/>
          <p:nvPr/>
        </p:nvSpPr>
        <p:spPr>
          <a:xfrm>
            <a:off x="182880" y="182880"/>
            <a:ext cx="73152" cy="73152"/>
          </a:xfrm>
          <a:prstGeom prst="ellipse">
            <a:avLst/>
          </a:prstGeom>
          <a:solidFill>
            <a:srgbClr val="FFE083">
              <a:alpha val="80000"/>
            </a:srgbClr>
          </a:solidFill>
          <a:ln w="12700">
            <a:solidFill>
              <a:srgbClr val="FFE083">
                <a:alpha val="0"/>
              </a:srgbClr>
            </a:solidFill>
            <a:prstDash val="solid"/>
          </a:ln>
        </p:spPr>
      </p:sp>
      <p:sp>
        <p:nvSpPr>
          <p:cNvPr id="7" name="Shape 5"/>
          <p:cNvSpPr/>
          <p:nvPr/>
        </p:nvSpPr>
        <p:spPr>
          <a:xfrm>
            <a:off x="941832" y="1435608"/>
            <a:ext cx="36576" cy="36576"/>
          </a:xfrm>
          <a:prstGeom prst="ellipse">
            <a:avLst/>
          </a:prstGeom>
          <a:solidFill>
            <a:srgbClr val="FFFFFF">
              <a:alpha val="68000"/>
            </a:srgbClr>
          </a:solidFill>
          <a:ln w="12700">
            <a:solidFill>
              <a:srgbClr val="FFFFFF">
                <a:alpha val="0"/>
              </a:srgbClr>
            </a:solidFill>
            <a:prstDash val="solid"/>
          </a:ln>
        </p:spPr>
      </p:sp>
      <p:sp>
        <p:nvSpPr>
          <p:cNvPr id="8" name="Shape 6"/>
          <p:cNvSpPr/>
          <p:nvPr/>
        </p:nvSpPr>
        <p:spPr>
          <a:xfrm>
            <a:off x="1700784" y="2688336"/>
            <a:ext cx="36576" cy="36576"/>
          </a:xfrm>
          <a:prstGeom prst="ellipse">
            <a:avLst/>
          </a:prstGeom>
          <a:solidFill>
            <a:srgbClr val="FFFFFF">
              <a:alpha val="68000"/>
            </a:srgbClr>
          </a:solidFill>
          <a:ln w="12700">
            <a:solidFill>
              <a:srgbClr val="FFFFFF">
                <a:alpha val="0"/>
              </a:srgbClr>
            </a:solidFill>
            <a:prstDash val="solid"/>
          </a:ln>
        </p:spPr>
      </p:sp>
      <p:sp>
        <p:nvSpPr>
          <p:cNvPr id="9" name="Shape 7"/>
          <p:cNvSpPr/>
          <p:nvPr/>
        </p:nvSpPr>
        <p:spPr>
          <a:xfrm>
            <a:off x="2459736" y="3941064"/>
            <a:ext cx="36576" cy="36576"/>
          </a:xfrm>
          <a:prstGeom prst="ellipse">
            <a:avLst/>
          </a:prstGeom>
          <a:solidFill>
            <a:srgbClr val="FFE083">
              <a:alpha val="80000"/>
            </a:srgbClr>
          </a:solidFill>
          <a:ln w="12700">
            <a:solidFill>
              <a:srgbClr val="FFE083">
                <a:alpha val="0"/>
              </a:srgbClr>
            </a:solidFill>
            <a:prstDash val="solid"/>
          </a:ln>
        </p:spPr>
      </p:sp>
      <p:sp>
        <p:nvSpPr>
          <p:cNvPr id="10" name="Shape 8"/>
          <p:cNvSpPr/>
          <p:nvPr/>
        </p:nvSpPr>
        <p:spPr>
          <a:xfrm>
            <a:off x="3218688" y="5193792"/>
            <a:ext cx="73152" cy="73152"/>
          </a:xfrm>
          <a:prstGeom prst="ellipse">
            <a:avLst/>
          </a:prstGeom>
          <a:solidFill>
            <a:srgbClr val="FFFFFF">
              <a:alpha val="68000"/>
            </a:srgbClr>
          </a:solidFill>
          <a:ln w="12700">
            <a:solidFill>
              <a:srgbClr val="FFFFFF">
                <a:alpha val="0"/>
              </a:srgbClr>
            </a:solidFill>
            <a:prstDash val="solid"/>
          </a:ln>
        </p:spPr>
      </p:sp>
      <p:sp>
        <p:nvSpPr>
          <p:cNvPr id="11" name="Shape 9"/>
          <p:cNvSpPr/>
          <p:nvPr/>
        </p:nvSpPr>
        <p:spPr>
          <a:xfrm>
            <a:off x="3977640" y="777240"/>
            <a:ext cx="36576" cy="36576"/>
          </a:xfrm>
          <a:prstGeom prst="ellipse">
            <a:avLst/>
          </a:prstGeom>
          <a:solidFill>
            <a:srgbClr val="FFFFFF">
              <a:alpha val="68000"/>
            </a:srgbClr>
          </a:solidFill>
          <a:ln w="12700">
            <a:solidFill>
              <a:srgbClr val="FFFFFF">
                <a:alpha val="0"/>
              </a:srgbClr>
            </a:solidFill>
            <a:prstDash val="solid"/>
          </a:ln>
        </p:spPr>
      </p:sp>
      <p:sp>
        <p:nvSpPr>
          <p:cNvPr id="12" name="Shape 10"/>
          <p:cNvSpPr/>
          <p:nvPr/>
        </p:nvSpPr>
        <p:spPr>
          <a:xfrm>
            <a:off x="4736592" y="2029968"/>
            <a:ext cx="36576" cy="36576"/>
          </a:xfrm>
          <a:prstGeom prst="ellipse">
            <a:avLst/>
          </a:prstGeom>
          <a:solidFill>
            <a:srgbClr val="FFE083">
              <a:alpha val="80000"/>
            </a:srgbClr>
          </a:solidFill>
          <a:ln w="12700">
            <a:solidFill>
              <a:srgbClr val="FFE083">
                <a:alpha val="0"/>
              </a:srgbClr>
            </a:solidFill>
            <a:prstDash val="solid"/>
          </a:ln>
        </p:spPr>
      </p:sp>
      <p:sp>
        <p:nvSpPr>
          <p:cNvPr id="13" name="Shape 11"/>
          <p:cNvSpPr/>
          <p:nvPr/>
        </p:nvSpPr>
        <p:spPr>
          <a:xfrm>
            <a:off x="5495544" y="3282696"/>
            <a:ext cx="36576" cy="36576"/>
          </a:xfrm>
          <a:prstGeom prst="ellipse">
            <a:avLst/>
          </a:prstGeom>
          <a:solidFill>
            <a:srgbClr val="FFFFFF">
              <a:alpha val="68000"/>
            </a:srgbClr>
          </a:solidFill>
          <a:ln w="12700">
            <a:solidFill>
              <a:srgbClr val="FFFFFF">
                <a:alpha val="0"/>
              </a:srgbClr>
            </a:solidFill>
            <a:prstDash val="solid"/>
          </a:ln>
        </p:spPr>
      </p:sp>
      <p:sp>
        <p:nvSpPr>
          <p:cNvPr id="14" name="Shape 12"/>
          <p:cNvSpPr/>
          <p:nvPr/>
        </p:nvSpPr>
        <p:spPr>
          <a:xfrm>
            <a:off x="6254496" y="4535424"/>
            <a:ext cx="73152" cy="73152"/>
          </a:xfrm>
          <a:prstGeom prst="ellipse">
            <a:avLst/>
          </a:prstGeom>
          <a:solidFill>
            <a:srgbClr val="FFFFFF">
              <a:alpha val="68000"/>
            </a:srgbClr>
          </a:solidFill>
          <a:ln w="12700">
            <a:solidFill>
              <a:srgbClr val="FFFFFF">
                <a:alpha val="0"/>
              </a:srgbClr>
            </a:solidFill>
            <a:prstDash val="solid"/>
          </a:ln>
        </p:spPr>
      </p:sp>
      <p:sp>
        <p:nvSpPr>
          <p:cNvPr id="15" name="Shape 13"/>
          <p:cNvSpPr/>
          <p:nvPr/>
        </p:nvSpPr>
        <p:spPr>
          <a:xfrm>
            <a:off x="7013448" y="5788152"/>
            <a:ext cx="36576" cy="36576"/>
          </a:xfrm>
          <a:prstGeom prst="ellipse">
            <a:avLst/>
          </a:prstGeom>
          <a:solidFill>
            <a:srgbClr val="FFE083">
              <a:alpha val="80000"/>
            </a:srgbClr>
          </a:solidFill>
          <a:ln w="12700">
            <a:solidFill>
              <a:srgbClr val="FFE083">
                <a:alpha val="0"/>
              </a:srgbClr>
            </a:solidFill>
            <a:prstDash val="solid"/>
          </a:ln>
        </p:spPr>
      </p:sp>
      <p:sp>
        <p:nvSpPr>
          <p:cNvPr id="16" name="Shape 14"/>
          <p:cNvSpPr/>
          <p:nvPr/>
        </p:nvSpPr>
        <p:spPr>
          <a:xfrm>
            <a:off x="7772400" y="1371600"/>
            <a:ext cx="36576" cy="36576"/>
          </a:xfrm>
          <a:prstGeom prst="ellipse">
            <a:avLst/>
          </a:prstGeom>
          <a:solidFill>
            <a:srgbClr val="FFFFFF">
              <a:alpha val="68000"/>
            </a:srgbClr>
          </a:solidFill>
          <a:ln w="12700">
            <a:solidFill>
              <a:srgbClr val="FFFFFF">
                <a:alpha val="0"/>
              </a:srgbClr>
            </a:solidFill>
            <a:prstDash val="solid"/>
          </a:ln>
        </p:spPr>
      </p:sp>
      <p:sp>
        <p:nvSpPr>
          <p:cNvPr id="17" name="Shape 15"/>
          <p:cNvSpPr/>
          <p:nvPr/>
        </p:nvSpPr>
        <p:spPr>
          <a:xfrm>
            <a:off x="8531352" y="2624328"/>
            <a:ext cx="36576" cy="36576"/>
          </a:xfrm>
          <a:prstGeom prst="ellipse">
            <a:avLst/>
          </a:prstGeom>
          <a:solidFill>
            <a:srgbClr val="FFFFFF">
              <a:alpha val="68000"/>
            </a:srgbClr>
          </a:solidFill>
          <a:ln w="12700">
            <a:solidFill>
              <a:srgbClr val="FFFFFF">
                <a:alpha val="0"/>
              </a:srgbClr>
            </a:solidFill>
            <a:prstDash val="solid"/>
          </a:ln>
        </p:spPr>
      </p:sp>
      <p:sp>
        <p:nvSpPr>
          <p:cNvPr id="18" name="Shape 16"/>
          <p:cNvSpPr/>
          <p:nvPr/>
        </p:nvSpPr>
        <p:spPr>
          <a:xfrm>
            <a:off x="9290304" y="3877056"/>
            <a:ext cx="73152" cy="73152"/>
          </a:xfrm>
          <a:prstGeom prst="ellipse">
            <a:avLst/>
          </a:prstGeom>
          <a:solidFill>
            <a:srgbClr val="FFE083">
              <a:alpha val="80000"/>
            </a:srgbClr>
          </a:solidFill>
          <a:ln w="12700">
            <a:solidFill>
              <a:srgbClr val="FFE083">
                <a:alpha val="0"/>
              </a:srgbClr>
            </a:solidFill>
            <a:prstDash val="solid"/>
          </a:ln>
        </p:spPr>
      </p:sp>
      <p:sp>
        <p:nvSpPr>
          <p:cNvPr id="19" name="Shape 17"/>
          <p:cNvSpPr/>
          <p:nvPr/>
        </p:nvSpPr>
        <p:spPr>
          <a:xfrm>
            <a:off x="10049256" y="5129784"/>
            <a:ext cx="36576" cy="36576"/>
          </a:xfrm>
          <a:prstGeom prst="ellipse">
            <a:avLst/>
          </a:prstGeom>
          <a:solidFill>
            <a:srgbClr val="FFFFFF">
              <a:alpha val="68000"/>
            </a:srgbClr>
          </a:solidFill>
          <a:ln w="12700">
            <a:solidFill>
              <a:srgbClr val="FFFFFF">
                <a:alpha val="0"/>
              </a:srgbClr>
            </a:solidFill>
            <a:prstDash val="solid"/>
          </a:ln>
        </p:spPr>
      </p:sp>
      <p:sp>
        <p:nvSpPr>
          <p:cNvPr id="20" name="Shape 18"/>
          <p:cNvSpPr/>
          <p:nvPr/>
        </p:nvSpPr>
        <p:spPr>
          <a:xfrm>
            <a:off x="292608" y="713232"/>
            <a:ext cx="36576" cy="36576"/>
          </a:xfrm>
          <a:prstGeom prst="ellipse">
            <a:avLst/>
          </a:prstGeom>
          <a:solidFill>
            <a:srgbClr val="FFFFFF">
              <a:alpha val="68000"/>
            </a:srgbClr>
          </a:solidFill>
          <a:ln w="12700">
            <a:solidFill>
              <a:srgbClr val="FFFFFF">
                <a:alpha val="0"/>
              </a:srgbClr>
            </a:solidFill>
            <a:prstDash val="solid"/>
          </a:ln>
        </p:spPr>
      </p:sp>
      <p:sp>
        <p:nvSpPr>
          <p:cNvPr id="21" name="Shape 19"/>
          <p:cNvSpPr/>
          <p:nvPr/>
        </p:nvSpPr>
        <p:spPr>
          <a:xfrm>
            <a:off x="1051560" y="1965960"/>
            <a:ext cx="36576" cy="36576"/>
          </a:xfrm>
          <a:prstGeom prst="ellipse">
            <a:avLst/>
          </a:prstGeom>
          <a:solidFill>
            <a:srgbClr val="FFE083">
              <a:alpha val="80000"/>
            </a:srgbClr>
          </a:solidFill>
          <a:ln w="12700">
            <a:solidFill>
              <a:srgbClr val="FFE083">
                <a:alpha val="0"/>
              </a:srgbClr>
            </a:solidFill>
            <a:prstDash val="solid"/>
          </a:ln>
        </p:spPr>
      </p:sp>
      <p:sp>
        <p:nvSpPr>
          <p:cNvPr id="22" name="Shape 20"/>
          <p:cNvSpPr/>
          <p:nvPr/>
        </p:nvSpPr>
        <p:spPr>
          <a:xfrm>
            <a:off x="1810512" y="3218688"/>
            <a:ext cx="73152" cy="73152"/>
          </a:xfrm>
          <a:prstGeom prst="ellipse">
            <a:avLst/>
          </a:prstGeom>
          <a:solidFill>
            <a:srgbClr val="FFFFFF">
              <a:alpha val="68000"/>
            </a:srgbClr>
          </a:solidFill>
          <a:ln w="12700">
            <a:solidFill>
              <a:srgbClr val="FFFFFF">
                <a:alpha val="0"/>
              </a:srgbClr>
            </a:solidFill>
            <a:prstDash val="solid"/>
          </a:ln>
        </p:spPr>
      </p:sp>
      <p:sp>
        <p:nvSpPr>
          <p:cNvPr id="23" name="Shape 21"/>
          <p:cNvSpPr/>
          <p:nvPr/>
        </p:nvSpPr>
        <p:spPr>
          <a:xfrm>
            <a:off x="2569464" y="4471416"/>
            <a:ext cx="36576" cy="36576"/>
          </a:xfrm>
          <a:prstGeom prst="ellipse">
            <a:avLst/>
          </a:prstGeom>
          <a:solidFill>
            <a:srgbClr val="FFFFFF">
              <a:alpha val="68000"/>
            </a:srgbClr>
          </a:solidFill>
          <a:ln w="12700">
            <a:solidFill>
              <a:srgbClr val="FFFFFF">
                <a:alpha val="0"/>
              </a:srgbClr>
            </a:solidFill>
            <a:prstDash val="solid"/>
          </a:ln>
        </p:spPr>
      </p:sp>
      <p:sp>
        <p:nvSpPr>
          <p:cNvPr id="24" name="Shape 22"/>
          <p:cNvSpPr/>
          <p:nvPr/>
        </p:nvSpPr>
        <p:spPr>
          <a:xfrm>
            <a:off x="0" y="6364224"/>
            <a:ext cx="12191695" cy="493776"/>
          </a:xfrm>
          <a:prstGeom prst="rect">
            <a:avLst/>
          </a:prstGeom>
          <a:solidFill>
            <a:srgbClr val="33004F">
              <a:alpha val="88000"/>
            </a:srgbClr>
          </a:solidFill>
          <a:ln w="12700">
            <a:solidFill>
              <a:srgbClr val="33004F">
                <a:alpha val="0"/>
              </a:srgbClr>
            </a:solidFill>
            <a:prstDash val="solid"/>
          </a:ln>
        </p:spPr>
      </p:sp>
      <p:sp>
        <p:nvSpPr>
          <p:cNvPr id="25" name="Shape 23"/>
          <p:cNvSpPr/>
          <p:nvPr/>
        </p:nvSpPr>
        <p:spPr>
          <a:xfrm>
            <a:off x="502920" y="384048"/>
            <a:ext cx="4526280" cy="530352"/>
          </a:xfrm>
          <a:prstGeom prst="rect">
            <a:avLst/>
          </a:prstGeom>
          <a:solidFill>
            <a:srgbClr val="FFFFFF">
              <a:alpha val="96000"/>
            </a:srgbClr>
          </a:solidFill>
          <a:ln w="12700">
            <a:solidFill>
              <a:srgbClr val="FFFFFF">
                <a:alpha val="0"/>
              </a:srgbClr>
            </a:solidFill>
            <a:prstDash val="solid"/>
          </a:ln>
        </p:spPr>
      </p:sp>
      <p:sp>
        <p:nvSpPr>
          <p:cNvPr id="26" name="Text 24"/>
          <p:cNvSpPr/>
          <p:nvPr/>
        </p:nvSpPr>
        <p:spPr>
          <a:xfrm>
            <a:off x="658368" y="484632"/>
            <a:ext cx="4160520" cy="256032"/>
          </a:xfrm>
          <a:prstGeom prst="rect">
            <a:avLst/>
          </a:prstGeom>
          <a:noFill/>
          <a:ln/>
        </p:spPr>
        <p:txBody>
          <a:bodyPr wrap="square" rtlCol="0" anchor="ctr">
            <a:normAutofit/>
          </a:bodyPr>
          <a:lstStyle/>
          <a:p>
            <a:pPr indent="0" marL="0">
              <a:buNone/>
            </a:pPr>
            <a:r>
              <a:rPr lang="en-US" sz="1600" b="1" dirty="0">
                <a:solidFill>
                  <a:srgbClr val="E8005A"/>
                </a:solidFill>
                <a:latin typeface="Hiragino Sans" pitchFamily="34" charset="0"/>
                <a:ea typeface="Hiragino Sans" pitchFamily="34" charset="-122"/>
                <a:cs typeface="Hiragino Sans" pitchFamily="34" charset="-120"/>
              </a:rPr>
              <a:t>ELITE プラン 特別ページ  /  01</a:t>
            </a:r>
            <a:endParaRPr lang="en-US" sz="1600" dirty="0"/>
          </a:p>
        </p:txBody>
      </p:sp>
      <p:sp>
        <p:nvSpPr>
          <p:cNvPr id="27" name="Shape 25"/>
          <p:cNvSpPr/>
          <p:nvPr/>
        </p:nvSpPr>
        <p:spPr>
          <a:xfrm>
            <a:off x="502920" y="1143000"/>
            <a:ext cx="6995160" cy="822960"/>
          </a:xfrm>
          <a:prstGeom prst="rect">
            <a:avLst/>
          </a:prstGeom>
          <a:solidFill>
            <a:srgbClr val="E8005A"/>
          </a:solidFill>
          <a:ln w="12700">
            <a:solidFill>
              <a:srgbClr val="E8005A">
                <a:alpha val="0"/>
              </a:srgbClr>
            </a:solidFill>
            <a:prstDash val="solid"/>
          </a:ln>
        </p:spPr>
      </p:sp>
      <p:sp>
        <p:nvSpPr>
          <p:cNvPr id="28" name="Shape 26"/>
          <p:cNvSpPr/>
          <p:nvPr/>
        </p:nvSpPr>
        <p:spPr>
          <a:xfrm>
            <a:off x="6903720" y="1143000"/>
            <a:ext cx="1737360" cy="822960"/>
          </a:xfrm>
          <a:prstGeom prst="rect">
            <a:avLst/>
          </a:prstGeom>
          <a:solidFill>
            <a:srgbClr val="B00083"/>
          </a:solidFill>
          <a:ln w="12700">
            <a:solidFill>
              <a:srgbClr val="B00083">
                <a:alpha val="0"/>
              </a:srgbClr>
            </a:solidFill>
            <a:prstDash val="solid"/>
          </a:ln>
        </p:spPr>
      </p:sp>
      <p:sp>
        <p:nvSpPr>
          <p:cNvPr id="29" name="Text 27"/>
          <p:cNvSpPr/>
          <p:nvPr/>
        </p:nvSpPr>
        <p:spPr>
          <a:xfrm>
            <a:off x="749808" y="1271016"/>
            <a:ext cx="7086600" cy="438912"/>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Hiragino Sans" pitchFamily="34" charset="0"/>
                <a:ea typeface="Hiragino Sans" pitchFamily="34" charset="-122"/>
                <a:cs typeface="Hiragino Sans" pitchFamily="34" charset="-120"/>
              </a:rPr>
              <a:t>配布エージェントは『骨組み』</a:t>
            </a:r>
            <a:endParaRPr lang="en-US" sz="2900" dirty="0"/>
          </a:p>
        </p:txBody>
      </p:sp>
      <p:sp>
        <p:nvSpPr>
          <p:cNvPr id="30" name="Text 28"/>
          <p:cNvSpPr/>
          <p:nvPr/>
        </p:nvSpPr>
        <p:spPr>
          <a:xfrm>
            <a:off x="566928" y="2249424"/>
            <a:ext cx="4297680" cy="310896"/>
          </a:xfrm>
          <a:prstGeom prst="rect">
            <a:avLst/>
          </a:prstGeom>
          <a:noFill/>
          <a:ln/>
        </p:spPr>
        <p:txBody>
          <a:bodyPr wrap="square" rtlCol="0" anchor="ctr">
            <a:normAutofit/>
          </a:bodyPr>
          <a:lstStyle/>
          <a:p>
            <a:pPr indent="0" marL="0">
              <a:buNone/>
            </a:pPr>
            <a:r>
              <a:rPr lang="en-US" sz="1400" b="1" dirty="0">
                <a:solidFill>
                  <a:srgbClr val="E8005A"/>
                </a:solidFill>
                <a:latin typeface="Hiragino Sans" pitchFamily="34" charset="0"/>
                <a:ea typeface="Hiragino Sans" pitchFamily="34" charset="-122"/>
                <a:cs typeface="Hiragino Sans" pitchFamily="34" charset="-120"/>
              </a:rPr>
              <a:t>完成品ではなく、育てる前提</a:t>
            </a:r>
            <a:endParaRPr lang="en-US" sz="1400" dirty="0"/>
          </a:p>
        </p:txBody>
      </p:sp>
      <p:sp>
        <p:nvSpPr>
          <p:cNvPr id="31" name="Text 29"/>
          <p:cNvSpPr/>
          <p:nvPr/>
        </p:nvSpPr>
        <p:spPr>
          <a:xfrm>
            <a:off x="566928" y="2596896"/>
            <a:ext cx="6217920" cy="987552"/>
          </a:xfrm>
          <a:prstGeom prst="rect">
            <a:avLst/>
          </a:prstGeom>
          <a:noFill/>
          <a:ln/>
        </p:spPr>
        <p:txBody>
          <a:bodyPr wrap="square" rtlCol="0" anchor="ctr">
            <a:normAutofit/>
          </a:bodyPr>
          <a:lstStyle/>
          <a:p>
            <a:pPr indent="0" marL="0">
              <a:buNone/>
            </a:pPr>
            <a:r>
              <a:rPr lang="en-US" sz="2500" b="1" dirty="0">
                <a:solidFill>
                  <a:srgbClr val="2B1B3A"/>
                </a:solidFill>
                <a:latin typeface="Hiragino Sans" pitchFamily="34" charset="0"/>
                <a:ea typeface="Hiragino Sans" pitchFamily="34" charset="-122"/>
                <a:cs typeface="Hiragino Sans" pitchFamily="34" charset="-120"/>
              </a:rPr>
              <a:t>自分の業務に合わせて肉付けする力が、ELITEの本質。</a:t>
            </a:r>
            <a:endParaRPr lang="en-US" sz="2500" dirty="0"/>
          </a:p>
        </p:txBody>
      </p:sp>
      <p:sp>
        <p:nvSpPr>
          <p:cNvPr id="32" name="Shape 30"/>
          <p:cNvSpPr/>
          <p:nvPr/>
        </p:nvSpPr>
        <p:spPr>
          <a:xfrm>
            <a:off x="585216" y="3822192"/>
            <a:ext cx="146304" cy="146304"/>
          </a:xfrm>
          <a:prstGeom prst="rect">
            <a:avLst/>
          </a:prstGeom>
          <a:solidFill>
            <a:srgbClr val="E8005A"/>
          </a:solidFill>
          <a:ln w="12700">
            <a:solidFill>
              <a:srgbClr val="E8005A">
                <a:alpha val="0"/>
              </a:srgbClr>
            </a:solidFill>
            <a:prstDash val="solid"/>
          </a:ln>
        </p:spPr>
      </p:sp>
      <p:sp>
        <p:nvSpPr>
          <p:cNvPr id="33" name="Text 31"/>
          <p:cNvSpPr/>
          <p:nvPr/>
        </p:nvSpPr>
        <p:spPr>
          <a:xfrm>
            <a:off x="868680" y="3749040"/>
            <a:ext cx="5303520" cy="310896"/>
          </a:xfrm>
          <a:prstGeom prst="rect">
            <a:avLst/>
          </a:prstGeom>
          <a:noFill/>
          <a:ln/>
        </p:spPr>
        <p:txBody>
          <a:bodyPr wrap="square" rtlCol="0" anchor="ctr">
            <a:normAutofit/>
          </a:bodyPr>
          <a:lstStyle/>
          <a:p>
            <a:pPr indent="0" marL="0">
              <a:buNone/>
            </a:pPr>
            <a:r>
              <a:rPr lang="en-US" sz="1700" b="1" dirty="0">
                <a:solidFill>
                  <a:srgbClr val="2B1B3A"/>
                </a:solidFill>
                <a:latin typeface="Hiragino Sans" pitchFamily="34" charset="0"/>
                <a:ea typeface="Hiragino Sans" pitchFamily="34" charset="-122"/>
                <a:cs typeface="Hiragino Sans" pitchFamily="34" charset="-120"/>
              </a:rPr>
              <a:t>AIを使いこなす側へ移る</a:t>
            </a:r>
            <a:endParaRPr lang="en-US" sz="1700" dirty="0"/>
          </a:p>
        </p:txBody>
      </p:sp>
      <p:sp>
        <p:nvSpPr>
          <p:cNvPr id="34" name="Shape 32"/>
          <p:cNvSpPr/>
          <p:nvPr/>
        </p:nvSpPr>
        <p:spPr>
          <a:xfrm>
            <a:off x="585216" y="4352544"/>
            <a:ext cx="146304" cy="146304"/>
          </a:xfrm>
          <a:prstGeom prst="rect">
            <a:avLst/>
          </a:prstGeom>
          <a:solidFill>
            <a:srgbClr val="7B18D8"/>
          </a:solidFill>
          <a:ln w="12700">
            <a:solidFill>
              <a:srgbClr val="7B18D8">
                <a:alpha val="0"/>
              </a:srgbClr>
            </a:solidFill>
            <a:prstDash val="solid"/>
          </a:ln>
        </p:spPr>
      </p:sp>
      <p:sp>
        <p:nvSpPr>
          <p:cNvPr id="35" name="Text 33"/>
          <p:cNvSpPr/>
          <p:nvPr/>
        </p:nvSpPr>
        <p:spPr>
          <a:xfrm>
            <a:off x="868680" y="4279392"/>
            <a:ext cx="5303520" cy="310896"/>
          </a:xfrm>
          <a:prstGeom prst="rect">
            <a:avLst/>
          </a:prstGeom>
          <a:noFill/>
          <a:ln/>
        </p:spPr>
        <p:txBody>
          <a:bodyPr wrap="square" rtlCol="0" anchor="ctr">
            <a:normAutofit/>
          </a:bodyPr>
          <a:lstStyle/>
          <a:p>
            <a:pPr indent="0" marL="0">
              <a:buNone/>
            </a:pPr>
            <a:r>
              <a:rPr lang="en-US" sz="1700" b="1" dirty="0">
                <a:solidFill>
                  <a:srgbClr val="2B1B3A"/>
                </a:solidFill>
                <a:latin typeface="Hiragino Sans" pitchFamily="34" charset="0"/>
                <a:ea typeface="Hiragino Sans" pitchFamily="34" charset="-122"/>
                <a:cs typeface="Hiragino Sans" pitchFamily="34" charset="-120"/>
              </a:rPr>
              <a:t>完成品よりカスタマイズ能力を育てる</a:t>
            </a:r>
            <a:endParaRPr lang="en-US" sz="1700" dirty="0"/>
          </a:p>
        </p:txBody>
      </p:sp>
      <p:sp>
        <p:nvSpPr>
          <p:cNvPr id="36" name="Shape 34"/>
          <p:cNvSpPr/>
          <p:nvPr/>
        </p:nvSpPr>
        <p:spPr>
          <a:xfrm>
            <a:off x="585216" y="4882896"/>
            <a:ext cx="146304" cy="146304"/>
          </a:xfrm>
          <a:prstGeom prst="rect">
            <a:avLst/>
          </a:prstGeom>
          <a:solidFill>
            <a:srgbClr val="E8005A"/>
          </a:solidFill>
          <a:ln w="12700">
            <a:solidFill>
              <a:srgbClr val="E8005A">
                <a:alpha val="0"/>
              </a:srgbClr>
            </a:solidFill>
            <a:prstDash val="solid"/>
          </a:ln>
        </p:spPr>
      </p:sp>
      <p:sp>
        <p:nvSpPr>
          <p:cNvPr id="37" name="Text 35"/>
          <p:cNvSpPr/>
          <p:nvPr/>
        </p:nvSpPr>
        <p:spPr>
          <a:xfrm>
            <a:off x="868680" y="4809744"/>
            <a:ext cx="5303520" cy="310896"/>
          </a:xfrm>
          <a:prstGeom prst="rect">
            <a:avLst/>
          </a:prstGeom>
          <a:noFill/>
          <a:ln/>
        </p:spPr>
        <p:txBody>
          <a:bodyPr wrap="square" rtlCol="0" anchor="ctr">
            <a:normAutofit/>
          </a:bodyPr>
          <a:lstStyle/>
          <a:p>
            <a:pPr indent="0" marL="0">
              <a:buNone/>
            </a:pPr>
            <a:r>
              <a:rPr lang="en-US" sz="1700" b="1" dirty="0">
                <a:solidFill>
                  <a:srgbClr val="2B1B3A"/>
                </a:solidFill>
                <a:latin typeface="Hiragino Sans" pitchFamily="34" charset="0"/>
                <a:ea typeface="Hiragino Sans" pitchFamily="34" charset="-122"/>
                <a:cs typeface="Hiragino Sans" pitchFamily="34" charset="-120"/>
              </a:rPr>
              <a:t>エージェントは“新入社員”として育成する</a:t>
            </a:r>
            <a:endParaRPr lang="en-US" sz="1700" dirty="0"/>
          </a:p>
        </p:txBody>
      </p:sp>
      <p:sp>
        <p:nvSpPr>
          <p:cNvPr id="38" name="Shape 36"/>
          <p:cNvSpPr/>
          <p:nvPr/>
        </p:nvSpPr>
        <p:spPr>
          <a:xfrm>
            <a:off x="8321040" y="960120"/>
            <a:ext cx="3429000" cy="3429000"/>
          </a:xfrm>
          <a:prstGeom prst="ellipse">
            <a:avLst/>
          </a:prstGeom>
          <a:solidFill>
            <a:srgbClr val="FFE083">
              <a:alpha val="37000"/>
            </a:srgbClr>
          </a:solidFill>
          <a:ln w="12700">
            <a:solidFill>
              <a:srgbClr val="FFE083">
                <a:alpha val="0"/>
              </a:srgbClr>
            </a:solidFill>
            <a:prstDash val="solid"/>
          </a:ln>
        </p:spPr>
      </p:sp>
      <p:sp>
        <p:nvSpPr>
          <p:cNvPr id="39" name="Shape 37"/>
          <p:cNvSpPr/>
          <p:nvPr/>
        </p:nvSpPr>
        <p:spPr>
          <a:xfrm>
            <a:off x="8823960" y="1325880"/>
            <a:ext cx="621792" cy="621792"/>
          </a:xfrm>
          <a:prstGeom prst="ellipse">
            <a:avLst/>
          </a:prstGeom>
          <a:solidFill>
            <a:srgbClr val="2A1D36"/>
          </a:solidFill>
          <a:ln w="12700">
            <a:solidFill>
              <a:srgbClr val="2A1D36">
                <a:alpha val="0"/>
              </a:srgbClr>
            </a:solidFill>
            <a:prstDash val="solid"/>
          </a:ln>
        </p:spPr>
      </p:sp>
      <p:sp>
        <p:nvSpPr>
          <p:cNvPr id="40" name="Shape 38"/>
          <p:cNvSpPr/>
          <p:nvPr/>
        </p:nvSpPr>
        <p:spPr>
          <a:xfrm rot="1080000">
            <a:off x="8577072" y="1115568"/>
            <a:ext cx="1005840" cy="731520"/>
          </a:xfrm>
          <a:prstGeom prst="arc">
            <a:avLst/>
          </a:prstGeom>
          <a:solidFill>
            <a:srgbClr val="191121">
              <a:alpha val="0"/>
            </a:srgbClr>
          </a:solidFill>
          <a:ln w="76200">
            <a:solidFill>
              <a:srgbClr val="191121"/>
            </a:solidFill>
            <a:prstDash val="solid"/>
          </a:ln>
        </p:spPr>
      </p:sp>
      <p:sp>
        <p:nvSpPr>
          <p:cNvPr id="41" name="Shape 39"/>
          <p:cNvSpPr/>
          <p:nvPr/>
        </p:nvSpPr>
        <p:spPr>
          <a:xfrm rot="5400000">
            <a:off x="8549640" y="1993392"/>
            <a:ext cx="1325880" cy="1417320"/>
          </a:xfrm>
          <a:prstGeom prst="chevron">
            <a:avLst/>
          </a:prstGeom>
          <a:solidFill>
            <a:srgbClr val="24214C"/>
          </a:solidFill>
          <a:ln w="12700">
            <a:solidFill>
              <a:srgbClr val="24214C">
                <a:alpha val="0"/>
              </a:srgbClr>
            </a:solidFill>
            <a:prstDash val="solid"/>
          </a:ln>
        </p:spPr>
      </p:sp>
      <p:sp>
        <p:nvSpPr>
          <p:cNvPr id="42" name="Shape 40"/>
          <p:cNvSpPr/>
          <p:nvPr/>
        </p:nvSpPr>
        <p:spPr>
          <a:xfrm>
            <a:off x="9646920" y="2926080"/>
            <a:ext cx="1417320" cy="822960"/>
          </a:xfrm>
          <a:prstGeom prst="rect">
            <a:avLst/>
          </a:prstGeom>
          <a:solidFill>
            <a:srgbClr val="EFEAF7"/>
          </a:solidFill>
          <a:ln w="12700">
            <a:solidFill>
              <a:srgbClr val="D3C4E8"/>
            </a:solidFill>
            <a:prstDash val="solid"/>
          </a:ln>
        </p:spPr>
      </p:sp>
      <p:sp>
        <p:nvSpPr>
          <p:cNvPr id="43" name="Shape 41"/>
          <p:cNvSpPr/>
          <p:nvPr/>
        </p:nvSpPr>
        <p:spPr>
          <a:xfrm>
            <a:off x="9464040" y="3767328"/>
            <a:ext cx="1965960" cy="146304"/>
          </a:xfrm>
          <a:prstGeom prst="rect">
            <a:avLst/>
          </a:prstGeom>
          <a:solidFill>
            <a:srgbClr val="BFC0D6"/>
          </a:solidFill>
          <a:ln w="12700">
            <a:solidFill>
              <a:srgbClr val="BFC0D6">
                <a:alpha val="0"/>
              </a:srgbClr>
            </a:solidFill>
            <a:prstDash val="solid"/>
          </a:ln>
        </p:spPr>
      </p:sp>
      <p:sp>
        <p:nvSpPr>
          <p:cNvPr id="44" name="Text 42"/>
          <p:cNvSpPr/>
          <p:nvPr/>
        </p:nvSpPr>
        <p:spPr>
          <a:xfrm>
            <a:off x="8229600" y="868680"/>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45" name="Text 43"/>
          <p:cNvSpPr/>
          <p:nvPr/>
        </p:nvSpPr>
        <p:spPr>
          <a:xfrm rot="420000">
            <a:off x="8567928" y="1353312"/>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46" name="Text 44"/>
          <p:cNvSpPr/>
          <p:nvPr/>
        </p:nvSpPr>
        <p:spPr>
          <a:xfrm rot="840000">
            <a:off x="8906256" y="1837944"/>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47" name="Text 45"/>
          <p:cNvSpPr/>
          <p:nvPr/>
        </p:nvSpPr>
        <p:spPr>
          <a:xfrm rot="1260000">
            <a:off x="9244584" y="2322576"/>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48" name="Text 46"/>
          <p:cNvSpPr/>
          <p:nvPr/>
        </p:nvSpPr>
        <p:spPr>
          <a:xfrm rot="1680000">
            <a:off x="9582912" y="2807208"/>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49" name="Text 47"/>
          <p:cNvSpPr/>
          <p:nvPr/>
        </p:nvSpPr>
        <p:spPr>
          <a:xfrm rot="2100000">
            <a:off x="9921240" y="3291840"/>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0" name="Text 48"/>
          <p:cNvSpPr/>
          <p:nvPr/>
        </p:nvSpPr>
        <p:spPr>
          <a:xfrm rot="2520000">
            <a:off x="10259568" y="3776472"/>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1" name="Text 49"/>
          <p:cNvSpPr/>
          <p:nvPr/>
        </p:nvSpPr>
        <p:spPr>
          <a:xfrm rot="2940000">
            <a:off x="10597896" y="4261104"/>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2" name="Text 50"/>
          <p:cNvSpPr/>
          <p:nvPr/>
        </p:nvSpPr>
        <p:spPr>
          <a:xfrm rot="3360000">
            <a:off x="10936224" y="1179576"/>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3" name="Text 51"/>
          <p:cNvSpPr/>
          <p:nvPr/>
        </p:nvSpPr>
        <p:spPr>
          <a:xfrm rot="3780000">
            <a:off x="11274552" y="1664208"/>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4" name="Text 52"/>
          <p:cNvSpPr/>
          <p:nvPr/>
        </p:nvSpPr>
        <p:spPr>
          <a:xfrm rot="4200000">
            <a:off x="8412480" y="2148840"/>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5" name="Text 53"/>
          <p:cNvSpPr/>
          <p:nvPr/>
        </p:nvSpPr>
        <p:spPr>
          <a:xfrm rot="4620000">
            <a:off x="8750808" y="2633472"/>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6" name="Text 54"/>
          <p:cNvSpPr/>
          <p:nvPr/>
        </p:nvSpPr>
        <p:spPr>
          <a:xfrm rot="5040000">
            <a:off x="9089136" y="3118104"/>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7" name="Text 55"/>
          <p:cNvSpPr/>
          <p:nvPr/>
        </p:nvSpPr>
        <p:spPr>
          <a:xfrm rot="5460000">
            <a:off x="9427464" y="3602736"/>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8" name="Text 56"/>
          <p:cNvSpPr/>
          <p:nvPr/>
        </p:nvSpPr>
        <p:spPr>
          <a:xfrm>
            <a:off x="530352" y="6473952"/>
            <a:ext cx="4023360" cy="164592"/>
          </a:xfrm>
          <a:prstGeom prst="rect">
            <a:avLst/>
          </a:prstGeom>
          <a:noFill/>
          <a:ln/>
        </p:spPr>
        <p:txBody>
          <a:bodyPr wrap="square" rtlCol="0" anchor="ctr"/>
          <a:lstStyle/>
          <a:p>
            <a:pPr indent="0" marL="0">
              <a:buNone/>
            </a:pPr>
            <a:r>
              <a:rPr lang="en-US" sz="800" dirty="0">
                <a:solidFill>
                  <a:srgbClr val="FBD7FF"/>
                </a:solidFill>
                <a:latin typeface="Avenir Next" pitchFamily="34" charset="0"/>
                <a:ea typeface="Avenir Next" pitchFamily="34" charset="-122"/>
                <a:cs typeface="Avenir Next" pitchFamily="34" charset="-120"/>
              </a:rPr>
              <a:t>ELITE Plan / Agent Customization Program</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D3F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5C1FA"/>
          </a:solidFill>
          <a:ln w="12700">
            <a:solidFill>
              <a:srgbClr val="F5C1FA"/>
            </a:solidFill>
            <a:prstDash val="solid"/>
          </a:ln>
        </p:spPr>
      </p:sp>
      <p:sp>
        <p:nvSpPr>
          <p:cNvPr id="3" name="Shape 1"/>
          <p:cNvSpPr/>
          <p:nvPr/>
        </p:nvSpPr>
        <p:spPr>
          <a:xfrm>
            <a:off x="0" y="0"/>
            <a:ext cx="12191695" cy="6858000"/>
          </a:xfrm>
          <a:prstGeom prst="rect">
            <a:avLst/>
          </a:prstGeom>
          <a:solidFill>
            <a:srgbClr val="7B18D8">
              <a:alpha val="48000"/>
            </a:srgbClr>
          </a:solidFill>
          <a:ln w="12700">
            <a:solidFill>
              <a:srgbClr val="7B18D8">
                <a:alpha val="0"/>
              </a:srgbClr>
            </a:solidFill>
            <a:prstDash val="solid"/>
          </a:ln>
        </p:spPr>
      </p:sp>
      <p:sp>
        <p:nvSpPr>
          <p:cNvPr id="4" name="Shape 2"/>
          <p:cNvSpPr/>
          <p:nvPr/>
        </p:nvSpPr>
        <p:spPr>
          <a:xfrm rot="20880000">
            <a:off x="-1463040" y="-731520"/>
            <a:ext cx="8412480" cy="4754880"/>
          </a:xfrm>
          <a:prstGeom prst="arc">
            <a:avLst/>
          </a:prstGeom>
          <a:solidFill>
            <a:srgbClr val="FFFFFF">
              <a:alpha val="0"/>
            </a:srgbClr>
          </a:solidFill>
          <a:ln w="27940">
            <a:solidFill>
              <a:srgbClr val="FFFFFF">
                <a:alpha val="46000"/>
              </a:srgbClr>
            </a:solidFill>
            <a:prstDash val="solid"/>
          </a:ln>
        </p:spPr>
      </p:sp>
      <p:sp>
        <p:nvSpPr>
          <p:cNvPr id="5" name="Shape 3"/>
          <p:cNvSpPr/>
          <p:nvPr/>
        </p:nvSpPr>
        <p:spPr>
          <a:xfrm rot="720000">
            <a:off x="2926080" y="182880"/>
            <a:ext cx="8046720" cy="4572000"/>
          </a:xfrm>
          <a:prstGeom prst="arc">
            <a:avLst/>
          </a:prstGeom>
          <a:solidFill>
            <a:srgbClr val="FFFFFF">
              <a:alpha val="0"/>
            </a:srgbClr>
          </a:solidFill>
          <a:ln w="17780">
            <a:solidFill>
              <a:srgbClr val="FFFFFF">
                <a:alpha val="32000"/>
              </a:srgbClr>
            </a:solidFill>
            <a:prstDash val="solid"/>
          </a:ln>
        </p:spPr>
      </p:sp>
      <p:sp>
        <p:nvSpPr>
          <p:cNvPr id="6" name="Shape 4"/>
          <p:cNvSpPr/>
          <p:nvPr/>
        </p:nvSpPr>
        <p:spPr>
          <a:xfrm>
            <a:off x="466344" y="576072"/>
            <a:ext cx="73152" cy="73152"/>
          </a:xfrm>
          <a:prstGeom prst="ellipse">
            <a:avLst/>
          </a:prstGeom>
          <a:solidFill>
            <a:srgbClr val="FFE083">
              <a:alpha val="80000"/>
            </a:srgbClr>
          </a:solidFill>
          <a:ln w="12700">
            <a:solidFill>
              <a:srgbClr val="FFE083">
                <a:alpha val="0"/>
              </a:srgbClr>
            </a:solidFill>
            <a:prstDash val="solid"/>
          </a:ln>
        </p:spPr>
      </p:sp>
      <p:sp>
        <p:nvSpPr>
          <p:cNvPr id="7" name="Shape 5"/>
          <p:cNvSpPr/>
          <p:nvPr/>
        </p:nvSpPr>
        <p:spPr>
          <a:xfrm>
            <a:off x="1225296" y="1828800"/>
            <a:ext cx="36576" cy="36576"/>
          </a:xfrm>
          <a:prstGeom prst="ellipse">
            <a:avLst/>
          </a:prstGeom>
          <a:solidFill>
            <a:srgbClr val="FFFFFF">
              <a:alpha val="68000"/>
            </a:srgbClr>
          </a:solidFill>
          <a:ln w="12700">
            <a:solidFill>
              <a:srgbClr val="FFFFFF">
                <a:alpha val="0"/>
              </a:srgbClr>
            </a:solidFill>
            <a:prstDash val="solid"/>
          </a:ln>
        </p:spPr>
      </p:sp>
      <p:sp>
        <p:nvSpPr>
          <p:cNvPr id="8" name="Shape 6"/>
          <p:cNvSpPr/>
          <p:nvPr/>
        </p:nvSpPr>
        <p:spPr>
          <a:xfrm>
            <a:off x="1984248" y="3081528"/>
            <a:ext cx="36576" cy="36576"/>
          </a:xfrm>
          <a:prstGeom prst="ellipse">
            <a:avLst/>
          </a:prstGeom>
          <a:solidFill>
            <a:srgbClr val="FFFFFF">
              <a:alpha val="68000"/>
            </a:srgbClr>
          </a:solidFill>
          <a:ln w="12700">
            <a:solidFill>
              <a:srgbClr val="FFFFFF">
                <a:alpha val="0"/>
              </a:srgbClr>
            </a:solidFill>
            <a:prstDash val="solid"/>
          </a:ln>
        </p:spPr>
      </p:sp>
      <p:sp>
        <p:nvSpPr>
          <p:cNvPr id="9" name="Shape 7"/>
          <p:cNvSpPr/>
          <p:nvPr/>
        </p:nvSpPr>
        <p:spPr>
          <a:xfrm>
            <a:off x="2743200" y="4334256"/>
            <a:ext cx="36576" cy="36576"/>
          </a:xfrm>
          <a:prstGeom prst="ellipse">
            <a:avLst/>
          </a:prstGeom>
          <a:solidFill>
            <a:srgbClr val="FFE083">
              <a:alpha val="80000"/>
            </a:srgbClr>
          </a:solidFill>
          <a:ln w="12700">
            <a:solidFill>
              <a:srgbClr val="FFE083">
                <a:alpha val="0"/>
              </a:srgbClr>
            </a:solidFill>
            <a:prstDash val="solid"/>
          </a:ln>
        </p:spPr>
      </p:sp>
      <p:sp>
        <p:nvSpPr>
          <p:cNvPr id="10" name="Shape 8"/>
          <p:cNvSpPr/>
          <p:nvPr/>
        </p:nvSpPr>
        <p:spPr>
          <a:xfrm>
            <a:off x="3502152" y="5586984"/>
            <a:ext cx="73152" cy="73152"/>
          </a:xfrm>
          <a:prstGeom prst="ellipse">
            <a:avLst/>
          </a:prstGeom>
          <a:solidFill>
            <a:srgbClr val="FFFFFF">
              <a:alpha val="68000"/>
            </a:srgbClr>
          </a:solidFill>
          <a:ln w="12700">
            <a:solidFill>
              <a:srgbClr val="FFFFFF">
                <a:alpha val="0"/>
              </a:srgbClr>
            </a:solidFill>
            <a:prstDash val="solid"/>
          </a:ln>
        </p:spPr>
      </p:sp>
      <p:sp>
        <p:nvSpPr>
          <p:cNvPr id="11" name="Shape 9"/>
          <p:cNvSpPr/>
          <p:nvPr/>
        </p:nvSpPr>
        <p:spPr>
          <a:xfrm>
            <a:off x="4261104" y="1170432"/>
            <a:ext cx="36576" cy="36576"/>
          </a:xfrm>
          <a:prstGeom prst="ellipse">
            <a:avLst/>
          </a:prstGeom>
          <a:solidFill>
            <a:srgbClr val="FFFFFF">
              <a:alpha val="68000"/>
            </a:srgbClr>
          </a:solidFill>
          <a:ln w="12700">
            <a:solidFill>
              <a:srgbClr val="FFFFFF">
                <a:alpha val="0"/>
              </a:srgbClr>
            </a:solidFill>
            <a:prstDash val="solid"/>
          </a:ln>
        </p:spPr>
      </p:sp>
      <p:sp>
        <p:nvSpPr>
          <p:cNvPr id="12" name="Shape 10"/>
          <p:cNvSpPr/>
          <p:nvPr/>
        </p:nvSpPr>
        <p:spPr>
          <a:xfrm>
            <a:off x="5020056" y="2423160"/>
            <a:ext cx="36576" cy="36576"/>
          </a:xfrm>
          <a:prstGeom prst="ellipse">
            <a:avLst/>
          </a:prstGeom>
          <a:solidFill>
            <a:srgbClr val="FFE083">
              <a:alpha val="80000"/>
            </a:srgbClr>
          </a:solidFill>
          <a:ln w="12700">
            <a:solidFill>
              <a:srgbClr val="FFE083">
                <a:alpha val="0"/>
              </a:srgbClr>
            </a:solidFill>
            <a:prstDash val="solid"/>
          </a:ln>
        </p:spPr>
      </p:sp>
      <p:sp>
        <p:nvSpPr>
          <p:cNvPr id="13" name="Shape 11"/>
          <p:cNvSpPr/>
          <p:nvPr/>
        </p:nvSpPr>
        <p:spPr>
          <a:xfrm>
            <a:off x="5779008" y="3675888"/>
            <a:ext cx="36576" cy="36576"/>
          </a:xfrm>
          <a:prstGeom prst="ellipse">
            <a:avLst/>
          </a:prstGeom>
          <a:solidFill>
            <a:srgbClr val="FFFFFF">
              <a:alpha val="68000"/>
            </a:srgbClr>
          </a:solidFill>
          <a:ln w="12700">
            <a:solidFill>
              <a:srgbClr val="FFFFFF">
                <a:alpha val="0"/>
              </a:srgbClr>
            </a:solidFill>
            <a:prstDash val="solid"/>
          </a:ln>
        </p:spPr>
      </p:sp>
      <p:sp>
        <p:nvSpPr>
          <p:cNvPr id="14" name="Shape 12"/>
          <p:cNvSpPr/>
          <p:nvPr/>
        </p:nvSpPr>
        <p:spPr>
          <a:xfrm>
            <a:off x="6537960" y="4928616"/>
            <a:ext cx="73152" cy="73152"/>
          </a:xfrm>
          <a:prstGeom prst="ellipse">
            <a:avLst/>
          </a:prstGeom>
          <a:solidFill>
            <a:srgbClr val="FFFFFF">
              <a:alpha val="68000"/>
            </a:srgbClr>
          </a:solidFill>
          <a:ln w="12700">
            <a:solidFill>
              <a:srgbClr val="FFFFFF">
                <a:alpha val="0"/>
              </a:srgbClr>
            </a:solidFill>
            <a:prstDash val="solid"/>
          </a:ln>
        </p:spPr>
      </p:sp>
      <p:sp>
        <p:nvSpPr>
          <p:cNvPr id="15" name="Shape 13"/>
          <p:cNvSpPr/>
          <p:nvPr/>
        </p:nvSpPr>
        <p:spPr>
          <a:xfrm>
            <a:off x="7296912" y="512064"/>
            <a:ext cx="36576" cy="36576"/>
          </a:xfrm>
          <a:prstGeom prst="ellipse">
            <a:avLst/>
          </a:prstGeom>
          <a:solidFill>
            <a:srgbClr val="FFE083">
              <a:alpha val="80000"/>
            </a:srgbClr>
          </a:solidFill>
          <a:ln w="12700">
            <a:solidFill>
              <a:srgbClr val="FFE083">
                <a:alpha val="0"/>
              </a:srgbClr>
            </a:solidFill>
            <a:prstDash val="solid"/>
          </a:ln>
        </p:spPr>
      </p:sp>
      <p:sp>
        <p:nvSpPr>
          <p:cNvPr id="16" name="Shape 14"/>
          <p:cNvSpPr/>
          <p:nvPr/>
        </p:nvSpPr>
        <p:spPr>
          <a:xfrm>
            <a:off x="8055864" y="1764792"/>
            <a:ext cx="36576" cy="36576"/>
          </a:xfrm>
          <a:prstGeom prst="ellipse">
            <a:avLst/>
          </a:prstGeom>
          <a:solidFill>
            <a:srgbClr val="FFFFFF">
              <a:alpha val="68000"/>
            </a:srgbClr>
          </a:solidFill>
          <a:ln w="12700">
            <a:solidFill>
              <a:srgbClr val="FFFFFF">
                <a:alpha val="0"/>
              </a:srgbClr>
            </a:solidFill>
            <a:prstDash val="solid"/>
          </a:ln>
        </p:spPr>
      </p:sp>
      <p:sp>
        <p:nvSpPr>
          <p:cNvPr id="17" name="Shape 15"/>
          <p:cNvSpPr/>
          <p:nvPr/>
        </p:nvSpPr>
        <p:spPr>
          <a:xfrm>
            <a:off x="8814816" y="3017520"/>
            <a:ext cx="36576" cy="36576"/>
          </a:xfrm>
          <a:prstGeom prst="ellipse">
            <a:avLst/>
          </a:prstGeom>
          <a:solidFill>
            <a:srgbClr val="FFFFFF">
              <a:alpha val="68000"/>
            </a:srgbClr>
          </a:solidFill>
          <a:ln w="12700">
            <a:solidFill>
              <a:srgbClr val="FFFFFF">
                <a:alpha val="0"/>
              </a:srgbClr>
            </a:solidFill>
            <a:prstDash val="solid"/>
          </a:ln>
        </p:spPr>
      </p:sp>
      <p:sp>
        <p:nvSpPr>
          <p:cNvPr id="18" name="Shape 16"/>
          <p:cNvSpPr/>
          <p:nvPr/>
        </p:nvSpPr>
        <p:spPr>
          <a:xfrm>
            <a:off x="9573768" y="4270248"/>
            <a:ext cx="73152" cy="73152"/>
          </a:xfrm>
          <a:prstGeom prst="ellipse">
            <a:avLst/>
          </a:prstGeom>
          <a:solidFill>
            <a:srgbClr val="FFE083">
              <a:alpha val="80000"/>
            </a:srgbClr>
          </a:solidFill>
          <a:ln w="12700">
            <a:solidFill>
              <a:srgbClr val="FFE083">
                <a:alpha val="0"/>
              </a:srgbClr>
            </a:solidFill>
            <a:prstDash val="solid"/>
          </a:ln>
        </p:spPr>
      </p:sp>
      <p:sp>
        <p:nvSpPr>
          <p:cNvPr id="19" name="Shape 17"/>
          <p:cNvSpPr/>
          <p:nvPr/>
        </p:nvSpPr>
        <p:spPr>
          <a:xfrm>
            <a:off x="10332720" y="5522976"/>
            <a:ext cx="36576" cy="36576"/>
          </a:xfrm>
          <a:prstGeom prst="ellipse">
            <a:avLst/>
          </a:prstGeom>
          <a:solidFill>
            <a:srgbClr val="FFFFFF">
              <a:alpha val="68000"/>
            </a:srgbClr>
          </a:solidFill>
          <a:ln w="12700">
            <a:solidFill>
              <a:srgbClr val="FFFFFF">
                <a:alpha val="0"/>
              </a:srgbClr>
            </a:solidFill>
            <a:prstDash val="solid"/>
          </a:ln>
        </p:spPr>
      </p:sp>
      <p:sp>
        <p:nvSpPr>
          <p:cNvPr id="20" name="Shape 18"/>
          <p:cNvSpPr/>
          <p:nvPr/>
        </p:nvSpPr>
        <p:spPr>
          <a:xfrm>
            <a:off x="576072" y="1106424"/>
            <a:ext cx="36576" cy="36576"/>
          </a:xfrm>
          <a:prstGeom prst="ellipse">
            <a:avLst/>
          </a:prstGeom>
          <a:solidFill>
            <a:srgbClr val="FFFFFF">
              <a:alpha val="68000"/>
            </a:srgbClr>
          </a:solidFill>
          <a:ln w="12700">
            <a:solidFill>
              <a:srgbClr val="FFFFFF">
                <a:alpha val="0"/>
              </a:srgbClr>
            </a:solidFill>
            <a:prstDash val="solid"/>
          </a:ln>
        </p:spPr>
      </p:sp>
      <p:sp>
        <p:nvSpPr>
          <p:cNvPr id="21" name="Shape 19"/>
          <p:cNvSpPr/>
          <p:nvPr/>
        </p:nvSpPr>
        <p:spPr>
          <a:xfrm>
            <a:off x="1335024" y="2359152"/>
            <a:ext cx="36576" cy="36576"/>
          </a:xfrm>
          <a:prstGeom prst="ellipse">
            <a:avLst/>
          </a:prstGeom>
          <a:solidFill>
            <a:srgbClr val="FFE083">
              <a:alpha val="80000"/>
            </a:srgbClr>
          </a:solidFill>
          <a:ln w="12700">
            <a:solidFill>
              <a:srgbClr val="FFE083">
                <a:alpha val="0"/>
              </a:srgbClr>
            </a:solidFill>
            <a:prstDash val="solid"/>
          </a:ln>
        </p:spPr>
      </p:sp>
      <p:sp>
        <p:nvSpPr>
          <p:cNvPr id="22" name="Shape 20"/>
          <p:cNvSpPr/>
          <p:nvPr/>
        </p:nvSpPr>
        <p:spPr>
          <a:xfrm>
            <a:off x="2093976" y="3611880"/>
            <a:ext cx="73152" cy="73152"/>
          </a:xfrm>
          <a:prstGeom prst="ellipse">
            <a:avLst/>
          </a:prstGeom>
          <a:solidFill>
            <a:srgbClr val="FFFFFF">
              <a:alpha val="68000"/>
            </a:srgbClr>
          </a:solidFill>
          <a:ln w="12700">
            <a:solidFill>
              <a:srgbClr val="FFFFFF">
                <a:alpha val="0"/>
              </a:srgbClr>
            </a:solidFill>
            <a:prstDash val="solid"/>
          </a:ln>
        </p:spPr>
      </p:sp>
      <p:sp>
        <p:nvSpPr>
          <p:cNvPr id="23" name="Shape 21"/>
          <p:cNvSpPr/>
          <p:nvPr/>
        </p:nvSpPr>
        <p:spPr>
          <a:xfrm>
            <a:off x="2852928" y="4864608"/>
            <a:ext cx="36576" cy="36576"/>
          </a:xfrm>
          <a:prstGeom prst="ellipse">
            <a:avLst/>
          </a:prstGeom>
          <a:solidFill>
            <a:srgbClr val="FFFFFF">
              <a:alpha val="68000"/>
            </a:srgbClr>
          </a:solidFill>
          <a:ln w="12700">
            <a:solidFill>
              <a:srgbClr val="FFFFFF">
                <a:alpha val="0"/>
              </a:srgbClr>
            </a:solidFill>
            <a:prstDash val="solid"/>
          </a:ln>
        </p:spPr>
      </p:sp>
      <p:sp>
        <p:nvSpPr>
          <p:cNvPr id="24" name="Shape 22"/>
          <p:cNvSpPr/>
          <p:nvPr/>
        </p:nvSpPr>
        <p:spPr>
          <a:xfrm>
            <a:off x="0" y="6364224"/>
            <a:ext cx="12191695" cy="493776"/>
          </a:xfrm>
          <a:prstGeom prst="rect">
            <a:avLst/>
          </a:prstGeom>
          <a:solidFill>
            <a:srgbClr val="33004F">
              <a:alpha val="88000"/>
            </a:srgbClr>
          </a:solidFill>
          <a:ln w="12700">
            <a:solidFill>
              <a:srgbClr val="33004F">
                <a:alpha val="0"/>
              </a:srgbClr>
            </a:solidFill>
            <a:prstDash val="solid"/>
          </a:ln>
        </p:spPr>
      </p:sp>
      <p:sp>
        <p:nvSpPr>
          <p:cNvPr id="25" name="Shape 23"/>
          <p:cNvSpPr/>
          <p:nvPr/>
        </p:nvSpPr>
        <p:spPr>
          <a:xfrm>
            <a:off x="502920" y="384048"/>
            <a:ext cx="4526280" cy="530352"/>
          </a:xfrm>
          <a:prstGeom prst="rect">
            <a:avLst/>
          </a:prstGeom>
          <a:solidFill>
            <a:srgbClr val="FFFFFF">
              <a:alpha val="96000"/>
            </a:srgbClr>
          </a:solidFill>
          <a:ln w="12700">
            <a:solidFill>
              <a:srgbClr val="FFFFFF">
                <a:alpha val="0"/>
              </a:srgbClr>
            </a:solidFill>
            <a:prstDash val="solid"/>
          </a:ln>
        </p:spPr>
      </p:sp>
      <p:sp>
        <p:nvSpPr>
          <p:cNvPr id="26" name="Text 24"/>
          <p:cNvSpPr/>
          <p:nvPr/>
        </p:nvSpPr>
        <p:spPr>
          <a:xfrm>
            <a:off x="658368" y="484632"/>
            <a:ext cx="4160520" cy="256032"/>
          </a:xfrm>
          <a:prstGeom prst="rect">
            <a:avLst/>
          </a:prstGeom>
          <a:noFill/>
          <a:ln/>
        </p:spPr>
        <p:txBody>
          <a:bodyPr wrap="square" rtlCol="0" anchor="ctr">
            <a:normAutofit/>
          </a:bodyPr>
          <a:lstStyle/>
          <a:p>
            <a:pPr indent="0" marL="0">
              <a:buNone/>
            </a:pPr>
            <a:r>
              <a:rPr lang="en-US" sz="1600" b="1" dirty="0">
                <a:solidFill>
                  <a:srgbClr val="E8005A"/>
                </a:solidFill>
                <a:latin typeface="Hiragino Sans" pitchFamily="34" charset="0"/>
                <a:ea typeface="Hiragino Sans" pitchFamily="34" charset="-122"/>
                <a:cs typeface="Hiragino Sans" pitchFamily="34" charset="-120"/>
              </a:rPr>
              <a:t>ELITE プラン 特別ページ  /  02</a:t>
            </a:r>
            <a:endParaRPr lang="en-US" sz="1600" dirty="0"/>
          </a:p>
        </p:txBody>
      </p:sp>
      <p:sp>
        <p:nvSpPr>
          <p:cNvPr id="27" name="Shape 25"/>
          <p:cNvSpPr/>
          <p:nvPr/>
        </p:nvSpPr>
        <p:spPr>
          <a:xfrm>
            <a:off x="502920" y="1143000"/>
            <a:ext cx="6995160" cy="822960"/>
          </a:xfrm>
          <a:prstGeom prst="rect">
            <a:avLst/>
          </a:prstGeom>
          <a:solidFill>
            <a:srgbClr val="E8005A"/>
          </a:solidFill>
          <a:ln w="12700">
            <a:solidFill>
              <a:srgbClr val="E8005A">
                <a:alpha val="0"/>
              </a:srgbClr>
            </a:solidFill>
            <a:prstDash val="solid"/>
          </a:ln>
        </p:spPr>
      </p:sp>
      <p:sp>
        <p:nvSpPr>
          <p:cNvPr id="28" name="Shape 26"/>
          <p:cNvSpPr/>
          <p:nvPr/>
        </p:nvSpPr>
        <p:spPr>
          <a:xfrm>
            <a:off x="6903720" y="1143000"/>
            <a:ext cx="1737360" cy="822960"/>
          </a:xfrm>
          <a:prstGeom prst="rect">
            <a:avLst/>
          </a:prstGeom>
          <a:solidFill>
            <a:srgbClr val="B00083"/>
          </a:solidFill>
          <a:ln w="12700">
            <a:solidFill>
              <a:srgbClr val="B00083">
                <a:alpha val="0"/>
              </a:srgbClr>
            </a:solidFill>
            <a:prstDash val="solid"/>
          </a:ln>
        </p:spPr>
      </p:sp>
      <p:sp>
        <p:nvSpPr>
          <p:cNvPr id="29" name="Text 27"/>
          <p:cNvSpPr/>
          <p:nvPr/>
        </p:nvSpPr>
        <p:spPr>
          <a:xfrm>
            <a:off x="749808" y="1271016"/>
            <a:ext cx="7086600" cy="438912"/>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Hiragino Sans" pitchFamily="34" charset="0"/>
                <a:ea typeface="Hiragino Sans" pitchFamily="34" charset="-122"/>
                <a:cs typeface="Hiragino Sans" pitchFamily="34" charset="-120"/>
              </a:rPr>
              <a:t>自分専用のナレッジを積み上げる</a:t>
            </a:r>
            <a:endParaRPr lang="en-US" sz="2900" dirty="0"/>
          </a:p>
        </p:txBody>
      </p:sp>
      <p:sp>
        <p:nvSpPr>
          <p:cNvPr id="30" name="Text 28"/>
          <p:cNvSpPr/>
          <p:nvPr/>
        </p:nvSpPr>
        <p:spPr>
          <a:xfrm>
            <a:off x="566928" y="2249424"/>
            <a:ext cx="4297680" cy="310896"/>
          </a:xfrm>
          <a:prstGeom prst="rect">
            <a:avLst/>
          </a:prstGeom>
          <a:noFill/>
          <a:ln/>
        </p:spPr>
        <p:txBody>
          <a:bodyPr wrap="square" rtlCol="0" anchor="ctr">
            <a:normAutofit/>
          </a:bodyPr>
          <a:lstStyle/>
          <a:p>
            <a:pPr indent="0" marL="0">
              <a:buNone/>
            </a:pPr>
            <a:r>
              <a:rPr lang="en-US" sz="1400" b="1" dirty="0">
                <a:solidFill>
                  <a:srgbClr val="E8005A"/>
                </a:solidFill>
                <a:latin typeface="Hiragino Sans" pitchFamily="34" charset="0"/>
                <a:ea typeface="Hiragino Sans" pitchFamily="34" charset="-122"/>
                <a:cs typeface="Hiragino Sans" pitchFamily="34" charset="-120"/>
              </a:rPr>
              <a:t>毎週の成果は消えない</a:t>
            </a:r>
            <a:endParaRPr lang="en-US" sz="1400" dirty="0"/>
          </a:p>
        </p:txBody>
      </p:sp>
      <p:sp>
        <p:nvSpPr>
          <p:cNvPr id="31" name="Text 29"/>
          <p:cNvSpPr/>
          <p:nvPr/>
        </p:nvSpPr>
        <p:spPr>
          <a:xfrm>
            <a:off x="566928" y="2596896"/>
            <a:ext cx="6217920" cy="987552"/>
          </a:xfrm>
          <a:prstGeom prst="rect">
            <a:avLst/>
          </a:prstGeom>
          <a:noFill/>
          <a:ln/>
        </p:spPr>
        <p:txBody>
          <a:bodyPr wrap="square" rtlCol="0" anchor="ctr">
            <a:normAutofit/>
          </a:bodyPr>
          <a:lstStyle/>
          <a:p>
            <a:pPr indent="0" marL="0">
              <a:buNone/>
            </a:pPr>
            <a:r>
              <a:rPr lang="en-US" sz="2500" b="1" dirty="0">
                <a:solidFill>
                  <a:srgbClr val="2B1B3A"/>
                </a:solidFill>
                <a:latin typeface="Hiragino Sans" pitchFamily="34" charset="0"/>
                <a:ea typeface="Hiragino Sans" pitchFamily="34" charset="-122"/>
                <a:cs typeface="Hiragino Sans" pitchFamily="34" charset="-120"/>
              </a:rPr>
              <a:t>12週間で、基礎から完全オリジナルへ段階的に育てる。</a:t>
            </a:r>
            <a:endParaRPr lang="en-US" sz="2500" dirty="0"/>
          </a:p>
        </p:txBody>
      </p:sp>
      <p:sp>
        <p:nvSpPr>
          <p:cNvPr id="32" name="Shape 30"/>
          <p:cNvSpPr/>
          <p:nvPr/>
        </p:nvSpPr>
        <p:spPr>
          <a:xfrm>
            <a:off x="777240" y="3931920"/>
            <a:ext cx="1737360" cy="164592"/>
          </a:xfrm>
          <a:prstGeom prst="rect">
            <a:avLst/>
          </a:prstGeom>
          <a:solidFill>
            <a:srgbClr val="E8005A"/>
          </a:solidFill>
          <a:ln w="12700">
            <a:solidFill>
              <a:srgbClr val="E8005A">
                <a:alpha val="0"/>
              </a:srgbClr>
            </a:solidFill>
            <a:prstDash val="solid"/>
          </a:ln>
        </p:spPr>
      </p:sp>
      <p:sp>
        <p:nvSpPr>
          <p:cNvPr id="33" name="Text 31"/>
          <p:cNvSpPr/>
          <p:nvPr/>
        </p:nvSpPr>
        <p:spPr>
          <a:xfrm>
            <a:off x="1362456" y="3547872"/>
            <a:ext cx="530352" cy="530352"/>
          </a:xfrm>
          <a:prstGeom prst="rect">
            <a:avLst/>
          </a:prstGeom>
          <a:solidFill>
            <a:srgbClr val="E8005A"/>
          </a:solidFill>
          <a:ln/>
        </p:spPr>
        <p:txBody>
          <a:bodyPr wrap="square" lIns="0" tIns="0" rIns="0" bIns="0" rtlCol="0" anchor="ctr"/>
          <a:lstStyle/>
          <a:p>
            <a:pPr algn="ctr" indent="0" marL="0">
              <a:buNone/>
            </a:pPr>
            <a:r>
              <a:rPr lang="en-US" sz="2200" b="1" dirty="0">
                <a:solidFill>
                  <a:srgbClr val="FFFFFF"/>
                </a:solidFill>
                <a:latin typeface="Avenir Next" pitchFamily="34" charset="0"/>
                <a:ea typeface="Avenir Next" pitchFamily="34" charset="-122"/>
                <a:cs typeface="Avenir Next" pitchFamily="34" charset="-120"/>
              </a:rPr>
              <a:t>1</a:t>
            </a:r>
            <a:endParaRPr lang="en-US" sz="2200" dirty="0"/>
          </a:p>
        </p:txBody>
      </p:sp>
      <p:sp>
        <p:nvSpPr>
          <p:cNvPr id="34" name="Text 32"/>
          <p:cNvSpPr/>
          <p:nvPr/>
        </p:nvSpPr>
        <p:spPr>
          <a:xfrm>
            <a:off x="722376" y="4242816"/>
            <a:ext cx="1847088" cy="585216"/>
          </a:xfrm>
          <a:prstGeom prst="rect">
            <a:avLst/>
          </a:prstGeom>
          <a:noFill/>
          <a:ln/>
        </p:spPr>
        <p:txBody>
          <a:bodyPr wrap="square" rtlCol="0" anchor="ctr">
            <a:normAutofit/>
          </a:bodyPr>
          <a:lstStyle/>
          <a:p>
            <a:pPr algn="ctr" indent="0" marL="0">
              <a:buNone/>
            </a:pPr>
            <a:r>
              <a:rPr lang="en-US" sz="1500" b="1" dirty="0">
                <a:solidFill>
                  <a:srgbClr val="2B1B3A"/>
                </a:solidFill>
                <a:latin typeface="Hiragino Sans" pitchFamily="34" charset="0"/>
                <a:ea typeface="Hiragino Sans" pitchFamily="34" charset="-122"/>
                <a:cs typeface="Hiragino Sans" pitchFamily="34" charset="-120"/>
              </a:rPr>
              <a:t>1ヶ月目：基礎を作る</a:t>
            </a:r>
            <a:endParaRPr lang="en-US" sz="1500" dirty="0"/>
          </a:p>
        </p:txBody>
      </p:sp>
      <p:sp>
        <p:nvSpPr>
          <p:cNvPr id="35" name="Shape 33"/>
          <p:cNvSpPr/>
          <p:nvPr/>
        </p:nvSpPr>
        <p:spPr>
          <a:xfrm>
            <a:off x="2926080" y="3931920"/>
            <a:ext cx="1737360" cy="164592"/>
          </a:xfrm>
          <a:prstGeom prst="rect">
            <a:avLst/>
          </a:prstGeom>
          <a:solidFill>
            <a:srgbClr val="7B18D8"/>
          </a:solidFill>
          <a:ln w="12700">
            <a:solidFill>
              <a:srgbClr val="7B18D8">
                <a:alpha val="0"/>
              </a:srgbClr>
            </a:solidFill>
            <a:prstDash val="solid"/>
          </a:ln>
        </p:spPr>
      </p:sp>
      <p:sp>
        <p:nvSpPr>
          <p:cNvPr id="36" name="Text 34"/>
          <p:cNvSpPr/>
          <p:nvPr/>
        </p:nvSpPr>
        <p:spPr>
          <a:xfrm>
            <a:off x="3511296" y="3547872"/>
            <a:ext cx="530352" cy="530352"/>
          </a:xfrm>
          <a:prstGeom prst="rect">
            <a:avLst/>
          </a:prstGeom>
          <a:solidFill>
            <a:srgbClr val="7B18D8"/>
          </a:solidFill>
          <a:ln/>
        </p:spPr>
        <p:txBody>
          <a:bodyPr wrap="square" lIns="0" tIns="0" rIns="0" bIns="0" rtlCol="0" anchor="ctr"/>
          <a:lstStyle/>
          <a:p>
            <a:pPr algn="ctr" indent="0" marL="0">
              <a:buNone/>
            </a:pPr>
            <a:r>
              <a:rPr lang="en-US" sz="2200" b="1" dirty="0">
                <a:solidFill>
                  <a:srgbClr val="FFFFFF"/>
                </a:solidFill>
                <a:latin typeface="Avenir Next" pitchFamily="34" charset="0"/>
                <a:ea typeface="Avenir Next" pitchFamily="34" charset="-122"/>
                <a:cs typeface="Avenir Next" pitchFamily="34" charset="-120"/>
              </a:rPr>
              <a:t>2</a:t>
            </a:r>
            <a:endParaRPr lang="en-US" sz="2200" dirty="0"/>
          </a:p>
        </p:txBody>
      </p:sp>
      <p:sp>
        <p:nvSpPr>
          <p:cNvPr id="37" name="Text 35"/>
          <p:cNvSpPr/>
          <p:nvPr/>
        </p:nvSpPr>
        <p:spPr>
          <a:xfrm>
            <a:off x="2871216" y="4242816"/>
            <a:ext cx="1847088" cy="585216"/>
          </a:xfrm>
          <a:prstGeom prst="rect">
            <a:avLst/>
          </a:prstGeom>
          <a:noFill/>
          <a:ln/>
        </p:spPr>
        <p:txBody>
          <a:bodyPr wrap="square" rtlCol="0" anchor="ctr">
            <a:normAutofit/>
          </a:bodyPr>
          <a:lstStyle/>
          <a:p>
            <a:pPr algn="ctr" indent="0" marL="0">
              <a:buNone/>
            </a:pPr>
            <a:r>
              <a:rPr lang="en-US" sz="1500" b="1" dirty="0">
                <a:solidFill>
                  <a:srgbClr val="2B1B3A"/>
                </a:solidFill>
                <a:latin typeface="Hiragino Sans" pitchFamily="34" charset="0"/>
                <a:ea typeface="Hiragino Sans" pitchFamily="34" charset="-122"/>
                <a:cs typeface="Hiragino Sans" pitchFamily="34" charset="-120"/>
              </a:rPr>
              <a:t>2ヶ月目：オリジナル要素を入れる</a:t>
            </a:r>
            <a:endParaRPr lang="en-US" sz="1500" dirty="0"/>
          </a:p>
        </p:txBody>
      </p:sp>
      <p:sp>
        <p:nvSpPr>
          <p:cNvPr id="38" name="Shape 36"/>
          <p:cNvSpPr/>
          <p:nvPr/>
        </p:nvSpPr>
        <p:spPr>
          <a:xfrm>
            <a:off x="5074920" y="3931920"/>
            <a:ext cx="1737360" cy="164592"/>
          </a:xfrm>
          <a:prstGeom prst="rect">
            <a:avLst/>
          </a:prstGeom>
          <a:solidFill>
            <a:srgbClr val="FFE083"/>
          </a:solidFill>
          <a:ln w="12700">
            <a:solidFill>
              <a:srgbClr val="FFE083">
                <a:alpha val="0"/>
              </a:srgbClr>
            </a:solidFill>
            <a:prstDash val="solid"/>
          </a:ln>
        </p:spPr>
      </p:sp>
      <p:sp>
        <p:nvSpPr>
          <p:cNvPr id="39" name="Text 37"/>
          <p:cNvSpPr/>
          <p:nvPr/>
        </p:nvSpPr>
        <p:spPr>
          <a:xfrm>
            <a:off x="5660136" y="3547872"/>
            <a:ext cx="530352" cy="530352"/>
          </a:xfrm>
          <a:prstGeom prst="rect">
            <a:avLst/>
          </a:prstGeom>
          <a:solidFill>
            <a:srgbClr val="B00083"/>
          </a:solidFill>
          <a:ln/>
        </p:spPr>
        <p:txBody>
          <a:bodyPr wrap="square" lIns="0" tIns="0" rIns="0" bIns="0" rtlCol="0" anchor="ctr"/>
          <a:lstStyle/>
          <a:p>
            <a:pPr algn="ctr" indent="0" marL="0">
              <a:buNone/>
            </a:pPr>
            <a:r>
              <a:rPr lang="en-US" sz="2200" b="1" dirty="0">
                <a:solidFill>
                  <a:srgbClr val="FFFFFF"/>
                </a:solidFill>
                <a:latin typeface="Avenir Next" pitchFamily="34" charset="0"/>
                <a:ea typeface="Avenir Next" pitchFamily="34" charset="-122"/>
                <a:cs typeface="Avenir Next" pitchFamily="34" charset="-120"/>
              </a:rPr>
              <a:t>3</a:t>
            </a:r>
            <a:endParaRPr lang="en-US" sz="2200" dirty="0"/>
          </a:p>
        </p:txBody>
      </p:sp>
      <p:sp>
        <p:nvSpPr>
          <p:cNvPr id="40" name="Text 38"/>
          <p:cNvSpPr/>
          <p:nvPr/>
        </p:nvSpPr>
        <p:spPr>
          <a:xfrm>
            <a:off x="5020056" y="4242816"/>
            <a:ext cx="1847088" cy="585216"/>
          </a:xfrm>
          <a:prstGeom prst="rect">
            <a:avLst/>
          </a:prstGeom>
          <a:noFill/>
          <a:ln/>
        </p:spPr>
        <p:txBody>
          <a:bodyPr wrap="square" rtlCol="0" anchor="ctr">
            <a:normAutofit/>
          </a:bodyPr>
          <a:lstStyle/>
          <a:p>
            <a:pPr algn="ctr" indent="0" marL="0">
              <a:buNone/>
            </a:pPr>
            <a:r>
              <a:rPr lang="en-US" sz="1500" b="1" dirty="0">
                <a:solidFill>
                  <a:srgbClr val="2B1B3A"/>
                </a:solidFill>
                <a:latin typeface="Hiragino Sans" pitchFamily="34" charset="0"/>
                <a:ea typeface="Hiragino Sans" pitchFamily="34" charset="-122"/>
                <a:cs typeface="Hiragino Sans" pitchFamily="34" charset="-120"/>
              </a:rPr>
              <a:t>3ヶ月目：完全オリジナルへ仕上げる</a:t>
            </a:r>
            <a:endParaRPr lang="en-US" sz="1500" dirty="0"/>
          </a:p>
        </p:txBody>
      </p:sp>
      <p:sp>
        <p:nvSpPr>
          <p:cNvPr id="41" name="Shape 39"/>
          <p:cNvSpPr/>
          <p:nvPr/>
        </p:nvSpPr>
        <p:spPr>
          <a:xfrm>
            <a:off x="8321040" y="960120"/>
            <a:ext cx="3429000" cy="3429000"/>
          </a:xfrm>
          <a:prstGeom prst="ellipse">
            <a:avLst/>
          </a:prstGeom>
          <a:solidFill>
            <a:srgbClr val="FFE083">
              <a:alpha val="37000"/>
            </a:srgbClr>
          </a:solidFill>
          <a:ln w="12700">
            <a:solidFill>
              <a:srgbClr val="FFE083">
                <a:alpha val="0"/>
              </a:srgbClr>
            </a:solidFill>
            <a:prstDash val="solid"/>
          </a:ln>
        </p:spPr>
      </p:sp>
      <p:sp>
        <p:nvSpPr>
          <p:cNvPr id="42" name="Shape 40"/>
          <p:cNvSpPr/>
          <p:nvPr/>
        </p:nvSpPr>
        <p:spPr>
          <a:xfrm>
            <a:off x="8823960" y="1325880"/>
            <a:ext cx="621792" cy="621792"/>
          </a:xfrm>
          <a:prstGeom prst="ellipse">
            <a:avLst/>
          </a:prstGeom>
          <a:solidFill>
            <a:srgbClr val="2A1D36"/>
          </a:solidFill>
          <a:ln w="12700">
            <a:solidFill>
              <a:srgbClr val="2A1D36">
                <a:alpha val="0"/>
              </a:srgbClr>
            </a:solidFill>
            <a:prstDash val="solid"/>
          </a:ln>
        </p:spPr>
      </p:sp>
      <p:sp>
        <p:nvSpPr>
          <p:cNvPr id="43" name="Shape 41"/>
          <p:cNvSpPr/>
          <p:nvPr/>
        </p:nvSpPr>
        <p:spPr>
          <a:xfrm rot="1080000">
            <a:off x="8577072" y="1115568"/>
            <a:ext cx="1005840" cy="731520"/>
          </a:xfrm>
          <a:prstGeom prst="arc">
            <a:avLst/>
          </a:prstGeom>
          <a:solidFill>
            <a:srgbClr val="191121">
              <a:alpha val="0"/>
            </a:srgbClr>
          </a:solidFill>
          <a:ln w="76200">
            <a:solidFill>
              <a:srgbClr val="191121"/>
            </a:solidFill>
            <a:prstDash val="solid"/>
          </a:ln>
        </p:spPr>
      </p:sp>
      <p:sp>
        <p:nvSpPr>
          <p:cNvPr id="44" name="Shape 42"/>
          <p:cNvSpPr/>
          <p:nvPr/>
        </p:nvSpPr>
        <p:spPr>
          <a:xfrm rot="5400000">
            <a:off x="8549640" y="1993392"/>
            <a:ext cx="1325880" cy="1417320"/>
          </a:xfrm>
          <a:prstGeom prst="chevron">
            <a:avLst/>
          </a:prstGeom>
          <a:solidFill>
            <a:srgbClr val="24214C"/>
          </a:solidFill>
          <a:ln w="12700">
            <a:solidFill>
              <a:srgbClr val="24214C">
                <a:alpha val="0"/>
              </a:srgbClr>
            </a:solidFill>
            <a:prstDash val="solid"/>
          </a:ln>
        </p:spPr>
      </p:sp>
      <p:sp>
        <p:nvSpPr>
          <p:cNvPr id="45" name="Shape 43"/>
          <p:cNvSpPr/>
          <p:nvPr/>
        </p:nvSpPr>
        <p:spPr>
          <a:xfrm>
            <a:off x="9646920" y="2926080"/>
            <a:ext cx="1417320" cy="822960"/>
          </a:xfrm>
          <a:prstGeom prst="rect">
            <a:avLst/>
          </a:prstGeom>
          <a:solidFill>
            <a:srgbClr val="EFEAF7"/>
          </a:solidFill>
          <a:ln w="12700">
            <a:solidFill>
              <a:srgbClr val="D3C4E8"/>
            </a:solidFill>
            <a:prstDash val="solid"/>
          </a:ln>
        </p:spPr>
      </p:sp>
      <p:sp>
        <p:nvSpPr>
          <p:cNvPr id="46" name="Shape 44"/>
          <p:cNvSpPr/>
          <p:nvPr/>
        </p:nvSpPr>
        <p:spPr>
          <a:xfrm>
            <a:off x="9464040" y="3767328"/>
            <a:ext cx="1965960" cy="146304"/>
          </a:xfrm>
          <a:prstGeom prst="rect">
            <a:avLst/>
          </a:prstGeom>
          <a:solidFill>
            <a:srgbClr val="BFC0D6"/>
          </a:solidFill>
          <a:ln w="12700">
            <a:solidFill>
              <a:srgbClr val="BFC0D6">
                <a:alpha val="0"/>
              </a:srgbClr>
            </a:solidFill>
            <a:prstDash val="solid"/>
          </a:ln>
        </p:spPr>
      </p:sp>
      <p:sp>
        <p:nvSpPr>
          <p:cNvPr id="47" name="Text 45"/>
          <p:cNvSpPr/>
          <p:nvPr/>
        </p:nvSpPr>
        <p:spPr>
          <a:xfrm>
            <a:off x="8229600" y="868680"/>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48" name="Text 46"/>
          <p:cNvSpPr/>
          <p:nvPr/>
        </p:nvSpPr>
        <p:spPr>
          <a:xfrm rot="420000">
            <a:off x="8567928" y="1353312"/>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49" name="Text 47"/>
          <p:cNvSpPr/>
          <p:nvPr/>
        </p:nvSpPr>
        <p:spPr>
          <a:xfrm rot="840000">
            <a:off x="8906256" y="1837944"/>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0" name="Text 48"/>
          <p:cNvSpPr/>
          <p:nvPr/>
        </p:nvSpPr>
        <p:spPr>
          <a:xfrm rot="1260000">
            <a:off x="9244584" y="2322576"/>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1" name="Text 49"/>
          <p:cNvSpPr/>
          <p:nvPr/>
        </p:nvSpPr>
        <p:spPr>
          <a:xfrm rot="1680000">
            <a:off x="9582912" y="2807208"/>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2" name="Text 50"/>
          <p:cNvSpPr/>
          <p:nvPr/>
        </p:nvSpPr>
        <p:spPr>
          <a:xfrm rot="2100000">
            <a:off x="9921240" y="3291840"/>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3" name="Text 51"/>
          <p:cNvSpPr/>
          <p:nvPr/>
        </p:nvSpPr>
        <p:spPr>
          <a:xfrm rot="2520000">
            <a:off x="10259568" y="3776472"/>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4" name="Text 52"/>
          <p:cNvSpPr/>
          <p:nvPr/>
        </p:nvSpPr>
        <p:spPr>
          <a:xfrm rot="2940000">
            <a:off x="10597896" y="4261104"/>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5" name="Text 53"/>
          <p:cNvSpPr/>
          <p:nvPr/>
        </p:nvSpPr>
        <p:spPr>
          <a:xfrm rot="3360000">
            <a:off x="10936224" y="1179576"/>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6" name="Text 54"/>
          <p:cNvSpPr/>
          <p:nvPr/>
        </p:nvSpPr>
        <p:spPr>
          <a:xfrm rot="3780000">
            <a:off x="11274552" y="1664208"/>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7" name="Text 55"/>
          <p:cNvSpPr/>
          <p:nvPr/>
        </p:nvSpPr>
        <p:spPr>
          <a:xfrm rot="4200000">
            <a:off x="8412480" y="2148840"/>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8" name="Text 56"/>
          <p:cNvSpPr/>
          <p:nvPr/>
        </p:nvSpPr>
        <p:spPr>
          <a:xfrm rot="4620000">
            <a:off x="8750808" y="2633472"/>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9" name="Text 57"/>
          <p:cNvSpPr/>
          <p:nvPr/>
        </p:nvSpPr>
        <p:spPr>
          <a:xfrm rot="5040000">
            <a:off x="9089136" y="3118104"/>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60" name="Text 58"/>
          <p:cNvSpPr/>
          <p:nvPr/>
        </p:nvSpPr>
        <p:spPr>
          <a:xfrm rot="5460000">
            <a:off x="9427464" y="3602736"/>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61" name="Text 59"/>
          <p:cNvSpPr/>
          <p:nvPr/>
        </p:nvSpPr>
        <p:spPr>
          <a:xfrm>
            <a:off x="530352" y="6473952"/>
            <a:ext cx="4023360" cy="164592"/>
          </a:xfrm>
          <a:prstGeom prst="rect">
            <a:avLst/>
          </a:prstGeom>
          <a:noFill/>
          <a:ln/>
        </p:spPr>
        <p:txBody>
          <a:bodyPr wrap="square" rtlCol="0" anchor="ctr"/>
          <a:lstStyle/>
          <a:p>
            <a:pPr indent="0" marL="0">
              <a:buNone/>
            </a:pPr>
            <a:r>
              <a:rPr lang="en-US" sz="800" dirty="0">
                <a:solidFill>
                  <a:srgbClr val="FBD7FF"/>
                </a:solidFill>
                <a:latin typeface="Avenir Next" pitchFamily="34" charset="0"/>
                <a:ea typeface="Avenir Next" pitchFamily="34" charset="-122"/>
                <a:cs typeface="Avenir Next" pitchFamily="34" charset="-120"/>
              </a:rPr>
              <a:t>ELITE Plan / Agent Customization Program</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9D3F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B0D8"/>
          </a:solidFill>
          <a:ln w="12700">
            <a:solidFill>
              <a:srgbClr val="F6B0D8"/>
            </a:solidFill>
            <a:prstDash val="solid"/>
          </a:ln>
        </p:spPr>
      </p:sp>
      <p:sp>
        <p:nvSpPr>
          <p:cNvPr id="3" name="Shape 1"/>
          <p:cNvSpPr/>
          <p:nvPr/>
        </p:nvSpPr>
        <p:spPr>
          <a:xfrm>
            <a:off x="0" y="0"/>
            <a:ext cx="12191695" cy="6858000"/>
          </a:xfrm>
          <a:prstGeom prst="rect">
            <a:avLst/>
          </a:prstGeom>
          <a:solidFill>
            <a:srgbClr val="7B18D8">
              <a:alpha val="48000"/>
            </a:srgbClr>
          </a:solidFill>
          <a:ln w="12700">
            <a:solidFill>
              <a:srgbClr val="7B18D8">
                <a:alpha val="0"/>
              </a:srgbClr>
            </a:solidFill>
            <a:prstDash val="solid"/>
          </a:ln>
        </p:spPr>
      </p:sp>
      <p:sp>
        <p:nvSpPr>
          <p:cNvPr id="4" name="Shape 2"/>
          <p:cNvSpPr/>
          <p:nvPr/>
        </p:nvSpPr>
        <p:spPr>
          <a:xfrm rot="20880000">
            <a:off x="-1463040" y="-731520"/>
            <a:ext cx="8412480" cy="4754880"/>
          </a:xfrm>
          <a:prstGeom prst="arc">
            <a:avLst/>
          </a:prstGeom>
          <a:solidFill>
            <a:srgbClr val="FFFFFF">
              <a:alpha val="0"/>
            </a:srgbClr>
          </a:solidFill>
          <a:ln w="27940">
            <a:solidFill>
              <a:srgbClr val="FFFFFF">
                <a:alpha val="46000"/>
              </a:srgbClr>
            </a:solidFill>
            <a:prstDash val="solid"/>
          </a:ln>
        </p:spPr>
      </p:sp>
      <p:sp>
        <p:nvSpPr>
          <p:cNvPr id="5" name="Shape 3"/>
          <p:cNvSpPr/>
          <p:nvPr/>
        </p:nvSpPr>
        <p:spPr>
          <a:xfrm rot="720000">
            <a:off x="2926080" y="182880"/>
            <a:ext cx="8046720" cy="4572000"/>
          </a:xfrm>
          <a:prstGeom prst="arc">
            <a:avLst/>
          </a:prstGeom>
          <a:solidFill>
            <a:srgbClr val="FFFFFF">
              <a:alpha val="0"/>
            </a:srgbClr>
          </a:solidFill>
          <a:ln w="17780">
            <a:solidFill>
              <a:srgbClr val="FFFFFF">
                <a:alpha val="32000"/>
              </a:srgbClr>
            </a:solidFill>
            <a:prstDash val="solid"/>
          </a:ln>
        </p:spPr>
      </p:sp>
      <p:sp>
        <p:nvSpPr>
          <p:cNvPr id="6" name="Shape 4"/>
          <p:cNvSpPr/>
          <p:nvPr/>
        </p:nvSpPr>
        <p:spPr>
          <a:xfrm>
            <a:off x="749808" y="969264"/>
            <a:ext cx="73152" cy="73152"/>
          </a:xfrm>
          <a:prstGeom prst="ellipse">
            <a:avLst/>
          </a:prstGeom>
          <a:solidFill>
            <a:srgbClr val="FFE083">
              <a:alpha val="80000"/>
            </a:srgbClr>
          </a:solidFill>
          <a:ln w="12700">
            <a:solidFill>
              <a:srgbClr val="FFE083">
                <a:alpha val="0"/>
              </a:srgbClr>
            </a:solidFill>
            <a:prstDash val="solid"/>
          </a:ln>
        </p:spPr>
      </p:sp>
      <p:sp>
        <p:nvSpPr>
          <p:cNvPr id="7" name="Shape 5"/>
          <p:cNvSpPr/>
          <p:nvPr/>
        </p:nvSpPr>
        <p:spPr>
          <a:xfrm>
            <a:off x="1508760" y="2221992"/>
            <a:ext cx="36576" cy="36576"/>
          </a:xfrm>
          <a:prstGeom prst="ellipse">
            <a:avLst/>
          </a:prstGeom>
          <a:solidFill>
            <a:srgbClr val="FFFFFF">
              <a:alpha val="68000"/>
            </a:srgbClr>
          </a:solidFill>
          <a:ln w="12700">
            <a:solidFill>
              <a:srgbClr val="FFFFFF">
                <a:alpha val="0"/>
              </a:srgbClr>
            </a:solidFill>
            <a:prstDash val="solid"/>
          </a:ln>
        </p:spPr>
      </p:sp>
      <p:sp>
        <p:nvSpPr>
          <p:cNvPr id="8" name="Shape 6"/>
          <p:cNvSpPr/>
          <p:nvPr/>
        </p:nvSpPr>
        <p:spPr>
          <a:xfrm>
            <a:off x="2267712" y="3474720"/>
            <a:ext cx="36576" cy="36576"/>
          </a:xfrm>
          <a:prstGeom prst="ellipse">
            <a:avLst/>
          </a:prstGeom>
          <a:solidFill>
            <a:srgbClr val="FFFFFF">
              <a:alpha val="68000"/>
            </a:srgbClr>
          </a:solidFill>
          <a:ln w="12700">
            <a:solidFill>
              <a:srgbClr val="FFFFFF">
                <a:alpha val="0"/>
              </a:srgbClr>
            </a:solidFill>
            <a:prstDash val="solid"/>
          </a:ln>
        </p:spPr>
      </p:sp>
      <p:sp>
        <p:nvSpPr>
          <p:cNvPr id="9" name="Shape 7"/>
          <p:cNvSpPr/>
          <p:nvPr/>
        </p:nvSpPr>
        <p:spPr>
          <a:xfrm>
            <a:off x="3026664" y="4727448"/>
            <a:ext cx="36576" cy="36576"/>
          </a:xfrm>
          <a:prstGeom prst="ellipse">
            <a:avLst/>
          </a:prstGeom>
          <a:solidFill>
            <a:srgbClr val="FFE083">
              <a:alpha val="80000"/>
            </a:srgbClr>
          </a:solidFill>
          <a:ln w="12700">
            <a:solidFill>
              <a:srgbClr val="FFE083">
                <a:alpha val="0"/>
              </a:srgbClr>
            </a:solidFill>
            <a:prstDash val="solid"/>
          </a:ln>
        </p:spPr>
      </p:sp>
      <p:sp>
        <p:nvSpPr>
          <p:cNvPr id="10" name="Shape 8"/>
          <p:cNvSpPr/>
          <p:nvPr/>
        </p:nvSpPr>
        <p:spPr>
          <a:xfrm>
            <a:off x="3785616" y="310896"/>
            <a:ext cx="73152" cy="73152"/>
          </a:xfrm>
          <a:prstGeom prst="ellipse">
            <a:avLst/>
          </a:prstGeom>
          <a:solidFill>
            <a:srgbClr val="FFFFFF">
              <a:alpha val="68000"/>
            </a:srgbClr>
          </a:solidFill>
          <a:ln w="12700">
            <a:solidFill>
              <a:srgbClr val="FFFFFF">
                <a:alpha val="0"/>
              </a:srgbClr>
            </a:solidFill>
            <a:prstDash val="solid"/>
          </a:ln>
        </p:spPr>
      </p:sp>
      <p:sp>
        <p:nvSpPr>
          <p:cNvPr id="11" name="Shape 9"/>
          <p:cNvSpPr/>
          <p:nvPr/>
        </p:nvSpPr>
        <p:spPr>
          <a:xfrm>
            <a:off x="4544568" y="1563624"/>
            <a:ext cx="36576" cy="36576"/>
          </a:xfrm>
          <a:prstGeom prst="ellipse">
            <a:avLst/>
          </a:prstGeom>
          <a:solidFill>
            <a:srgbClr val="FFFFFF">
              <a:alpha val="68000"/>
            </a:srgbClr>
          </a:solidFill>
          <a:ln w="12700">
            <a:solidFill>
              <a:srgbClr val="FFFFFF">
                <a:alpha val="0"/>
              </a:srgbClr>
            </a:solidFill>
            <a:prstDash val="solid"/>
          </a:ln>
        </p:spPr>
      </p:sp>
      <p:sp>
        <p:nvSpPr>
          <p:cNvPr id="12" name="Shape 10"/>
          <p:cNvSpPr/>
          <p:nvPr/>
        </p:nvSpPr>
        <p:spPr>
          <a:xfrm>
            <a:off x="5303520" y="2816352"/>
            <a:ext cx="36576" cy="36576"/>
          </a:xfrm>
          <a:prstGeom prst="ellipse">
            <a:avLst/>
          </a:prstGeom>
          <a:solidFill>
            <a:srgbClr val="FFE083">
              <a:alpha val="80000"/>
            </a:srgbClr>
          </a:solidFill>
          <a:ln w="12700">
            <a:solidFill>
              <a:srgbClr val="FFE083">
                <a:alpha val="0"/>
              </a:srgbClr>
            </a:solidFill>
            <a:prstDash val="solid"/>
          </a:ln>
        </p:spPr>
      </p:sp>
      <p:sp>
        <p:nvSpPr>
          <p:cNvPr id="13" name="Shape 11"/>
          <p:cNvSpPr/>
          <p:nvPr/>
        </p:nvSpPr>
        <p:spPr>
          <a:xfrm>
            <a:off x="6062472" y="4069080"/>
            <a:ext cx="36576" cy="36576"/>
          </a:xfrm>
          <a:prstGeom prst="ellipse">
            <a:avLst/>
          </a:prstGeom>
          <a:solidFill>
            <a:srgbClr val="FFFFFF">
              <a:alpha val="68000"/>
            </a:srgbClr>
          </a:solidFill>
          <a:ln w="12700">
            <a:solidFill>
              <a:srgbClr val="FFFFFF">
                <a:alpha val="0"/>
              </a:srgbClr>
            </a:solidFill>
            <a:prstDash val="solid"/>
          </a:ln>
        </p:spPr>
      </p:sp>
      <p:sp>
        <p:nvSpPr>
          <p:cNvPr id="14" name="Shape 12"/>
          <p:cNvSpPr/>
          <p:nvPr/>
        </p:nvSpPr>
        <p:spPr>
          <a:xfrm>
            <a:off x="6821424" y="5321808"/>
            <a:ext cx="73152" cy="73152"/>
          </a:xfrm>
          <a:prstGeom prst="ellipse">
            <a:avLst/>
          </a:prstGeom>
          <a:solidFill>
            <a:srgbClr val="FFFFFF">
              <a:alpha val="68000"/>
            </a:srgbClr>
          </a:solidFill>
          <a:ln w="12700">
            <a:solidFill>
              <a:srgbClr val="FFFFFF">
                <a:alpha val="0"/>
              </a:srgbClr>
            </a:solidFill>
            <a:prstDash val="solid"/>
          </a:ln>
        </p:spPr>
      </p:sp>
      <p:sp>
        <p:nvSpPr>
          <p:cNvPr id="15" name="Shape 13"/>
          <p:cNvSpPr/>
          <p:nvPr/>
        </p:nvSpPr>
        <p:spPr>
          <a:xfrm>
            <a:off x="7580376" y="905256"/>
            <a:ext cx="36576" cy="36576"/>
          </a:xfrm>
          <a:prstGeom prst="ellipse">
            <a:avLst/>
          </a:prstGeom>
          <a:solidFill>
            <a:srgbClr val="FFE083">
              <a:alpha val="80000"/>
            </a:srgbClr>
          </a:solidFill>
          <a:ln w="12700">
            <a:solidFill>
              <a:srgbClr val="FFE083">
                <a:alpha val="0"/>
              </a:srgbClr>
            </a:solidFill>
            <a:prstDash val="solid"/>
          </a:ln>
        </p:spPr>
      </p:sp>
      <p:sp>
        <p:nvSpPr>
          <p:cNvPr id="16" name="Shape 14"/>
          <p:cNvSpPr/>
          <p:nvPr/>
        </p:nvSpPr>
        <p:spPr>
          <a:xfrm>
            <a:off x="8339328" y="2157984"/>
            <a:ext cx="36576" cy="36576"/>
          </a:xfrm>
          <a:prstGeom prst="ellipse">
            <a:avLst/>
          </a:prstGeom>
          <a:solidFill>
            <a:srgbClr val="FFFFFF">
              <a:alpha val="68000"/>
            </a:srgbClr>
          </a:solidFill>
          <a:ln w="12700">
            <a:solidFill>
              <a:srgbClr val="FFFFFF">
                <a:alpha val="0"/>
              </a:srgbClr>
            </a:solidFill>
            <a:prstDash val="solid"/>
          </a:ln>
        </p:spPr>
      </p:sp>
      <p:sp>
        <p:nvSpPr>
          <p:cNvPr id="17" name="Shape 15"/>
          <p:cNvSpPr/>
          <p:nvPr/>
        </p:nvSpPr>
        <p:spPr>
          <a:xfrm>
            <a:off x="9098280" y="3410712"/>
            <a:ext cx="36576" cy="36576"/>
          </a:xfrm>
          <a:prstGeom prst="ellipse">
            <a:avLst/>
          </a:prstGeom>
          <a:solidFill>
            <a:srgbClr val="FFFFFF">
              <a:alpha val="68000"/>
            </a:srgbClr>
          </a:solidFill>
          <a:ln w="12700">
            <a:solidFill>
              <a:srgbClr val="FFFFFF">
                <a:alpha val="0"/>
              </a:srgbClr>
            </a:solidFill>
            <a:prstDash val="solid"/>
          </a:ln>
        </p:spPr>
      </p:sp>
      <p:sp>
        <p:nvSpPr>
          <p:cNvPr id="18" name="Shape 16"/>
          <p:cNvSpPr/>
          <p:nvPr/>
        </p:nvSpPr>
        <p:spPr>
          <a:xfrm>
            <a:off x="9857232" y="4663440"/>
            <a:ext cx="73152" cy="73152"/>
          </a:xfrm>
          <a:prstGeom prst="ellipse">
            <a:avLst/>
          </a:prstGeom>
          <a:solidFill>
            <a:srgbClr val="FFE083">
              <a:alpha val="80000"/>
            </a:srgbClr>
          </a:solidFill>
          <a:ln w="12700">
            <a:solidFill>
              <a:srgbClr val="FFE083">
                <a:alpha val="0"/>
              </a:srgbClr>
            </a:solidFill>
            <a:prstDash val="solid"/>
          </a:ln>
        </p:spPr>
      </p:sp>
      <p:sp>
        <p:nvSpPr>
          <p:cNvPr id="19" name="Shape 17"/>
          <p:cNvSpPr/>
          <p:nvPr/>
        </p:nvSpPr>
        <p:spPr>
          <a:xfrm>
            <a:off x="10616184" y="246888"/>
            <a:ext cx="36576" cy="36576"/>
          </a:xfrm>
          <a:prstGeom prst="ellipse">
            <a:avLst/>
          </a:prstGeom>
          <a:solidFill>
            <a:srgbClr val="FFFFFF">
              <a:alpha val="68000"/>
            </a:srgbClr>
          </a:solidFill>
          <a:ln w="12700">
            <a:solidFill>
              <a:srgbClr val="FFFFFF">
                <a:alpha val="0"/>
              </a:srgbClr>
            </a:solidFill>
            <a:prstDash val="solid"/>
          </a:ln>
        </p:spPr>
      </p:sp>
      <p:sp>
        <p:nvSpPr>
          <p:cNvPr id="20" name="Shape 18"/>
          <p:cNvSpPr/>
          <p:nvPr/>
        </p:nvSpPr>
        <p:spPr>
          <a:xfrm>
            <a:off x="859536" y="1499616"/>
            <a:ext cx="36576" cy="36576"/>
          </a:xfrm>
          <a:prstGeom prst="ellipse">
            <a:avLst/>
          </a:prstGeom>
          <a:solidFill>
            <a:srgbClr val="FFFFFF">
              <a:alpha val="68000"/>
            </a:srgbClr>
          </a:solidFill>
          <a:ln w="12700">
            <a:solidFill>
              <a:srgbClr val="FFFFFF">
                <a:alpha val="0"/>
              </a:srgbClr>
            </a:solidFill>
            <a:prstDash val="solid"/>
          </a:ln>
        </p:spPr>
      </p:sp>
      <p:sp>
        <p:nvSpPr>
          <p:cNvPr id="21" name="Shape 19"/>
          <p:cNvSpPr/>
          <p:nvPr/>
        </p:nvSpPr>
        <p:spPr>
          <a:xfrm>
            <a:off x="1618488" y="2752344"/>
            <a:ext cx="36576" cy="36576"/>
          </a:xfrm>
          <a:prstGeom prst="ellipse">
            <a:avLst/>
          </a:prstGeom>
          <a:solidFill>
            <a:srgbClr val="FFE083">
              <a:alpha val="80000"/>
            </a:srgbClr>
          </a:solidFill>
          <a:ln w="12700">
            <a:solidFill>
              <a:srgbClr val="FFE083">
                <a:alpha val="0"/>
              </a:srgbClr>
            </a:solidFill>
            <a:prstDash val="solid"/>
          </a:ln>
        </p:spPr>
      </p:sp>
      <p:sp>
        <p:nvSpPr>
          <p:cNvPr id="22" name="Shape 20"/>
          <p:cNvSpPr/>
          <p:nvPr/>
        </p:nvSpPr>
        <p:spPr>
          <a:xfrm>
            <a:off x="2377440" y="4005072"/>
            <a:ext cx="73152" cy="73152"/>
          </a:xfrm>
          <a:prstGeom prst="ellipse">
            <a:avLst/>
          </a:prstGeom>
          <a:solidFill>
            <a:srgbClr val="FFFFFF">
              <a:alpha val="68000"/>
            </a:srgbClr>
          </a:solidFill>
          <a:ln w="12700">
            <a:solidFill>
              <a:srgbClr val="FFFFFF">
                <a:alpha val="0"/>
              </a:srgbClr>
            </a:solidFill>
            <a:prstDash val="solid"/>
          </a:ln>
        </p:spPr>
      </p:sp>
      <p:sp>
        <p:nvSpPr>
          <p:cNvPr id="23" name="Shape 21"/>
          <p:cNvSpPr/>
          <p:nvPr/>
        </p:nvSpPr>
        <p:spPr>
          <a:xfrm>
            <a:off x="3136392" y="5257800"/>
            <a:ext cx="36576" cy="36576"/>
          </a:xfrm>
          <a:prstGeom prst="ellipse">
            <a:avLst/>
          </a:prstGeom>
          <a:solidFill>
            <a:srgbClr val="FFFFFF">
              <a:alpha val="68000"/>
            </a:srgbClr>
          </a:solidFill>
          <a:ln w="12700">
            <a:solidFill>
              <a:srgbClr val="FFFFFF">
                <a:alpha val="0"/>
              </a:srgbClr>
            </a:solidFill>
            <a:prstDash val="solid"/>
          </a:ln>
        </p:spPr>
      </p:sp>
      <p:sp>
        <p:nvSpPr>
          <p:cNvPr id="24" name="Shape 22"/>
          <p:cNvSpPr/>
          <p:nvPr/>
        </p:nvSpPr>
        <p:spPr>
          <a:xfrm>
            <a:off x="0" y="6364224"/>
            <a:ext cx="12191695" cy="493776"/>
          </a:xfrm>
          <a:prstGeom prst="rect">
            <a:avLst/>
          </a:prstGeom>
          <a:solidFill>
            <a:srgbClr val="33004F">
              <a:alpha val="88000"/>
            </a:srgbClr>
          </a:solidFill>
          <a:ln w="12700">
            <a:solidFill>
              <a:srgbClr val="33004F">
                <a:alpha val="0"/>
              </a:srgbClr>
            </a:solidFill>
            <a:prstDash val="solid"/>
          </a:ln>
        </p:spPr>
      </p:sp>
      <p:sp>
        <p:nvSpPr>
          <p:cNvPr id="25" name="Shape 23"/>
          <p:cNvSpPr/>
          <p:nvPr/>
        </p:nvSpPr>
        <p:spPr>
          <a:xfrm>
            <a:off x="502920" y="384048"/>
            <a:ext cx="4526280" cy="530352"/>
          </a:xfrm>
          <a:prstGeom prst="rect">
            <a:avLst/>
          </a:prstGeom>
          <a:solidFill>
            <a:srgbClr val="FFFFFF">
              <a:alpha val="96000"/>
            </a:srgbClr>
          </a:solidFill>
          <a:ln w="12700">
            <a:solidFill>
              <a:srgbClr val="FFFFFF">
                <a:alpha val="0"/>
              </a:srgbClr>
            </a:solidFill>
            <a:prstDash val="solid"/>
          </a:ln>
        </p:spPr>
      </p:sp>
      <p:sp>
        <p:nvSpPr>
          <p:cNvPr id="26" name="Text 24"/>
          <p:cNvSpPr/>
          <p:nvPr/>
        </p:nvSpPr>
        <p:spPr>
          <a:xfrm>
            <a:off x="658368" y="484632"/>
            <a:ext cx="4160520" cy="256032"/>
          </a:xfrm>
          <a:prstGeom prst="rect">
            <a:avLst/>
          </a:prstGeom>
          <a:noFill/>
          <a:ln/>
        </p:spPr>
        <p:txBody>
          <a:bodyPr wrap="square" rtlCol="0" anchor="ctr">
            <a:normAutofit/>
          </a:bodyPr>
          <a:lstStyle/>
          <a:p>
            <a:pPr indent="0" marL="0">
              <a:buNone/>
            </a:pPr>
            <a:r>
              <a:rPr lang="en-US" sz="1600" b="1" dirty="0">
                <a:solidFill>
                  <a:srgbClr val="E8005A"/>
                </a:solidFill>
                <a:latin typeface="Hiragino Sans" pitchFamily="34" charset="0"/>
                <a:ea typeface="Hiragino Sans" pitchFamily="34" charset="-122"/>
                <a:cs typeface="Hiragino Sans" pitchFamily="34" charset="-120"/>
              </a:rPr>
              <a:t>ELITE プラン 特別ページ  /  03</a:t>
            </a:r>
            <a:endParaRPr lang="en-US" sz="1600" dirty="0"/>
          </a:p>
        </p:txBody>
      </p:sp>
      <p:sp>
        <p:nvSpPr>
          <p:cNvPr id="27" name="Shape 25"/>
          <p:cNvSpPr/>
          <p:nvPr/>
        </p:nvSpPr>
        <p:spPr>
          <a:xfrm>
            <a:off x="502920" y="1143000"/>
            <a:ext cx="6995160" cy="822960"/>
          </a:xfrm>
          <a:prstGeom prst="rect">
            <a:avLst/>
          </a:prstGeom>
          <a:solidFill>
            <a:srgbClr val="E8005A"/>
          </a:solidFill>
          <a:ln w="12700">
            <a:solidFill>
              <a:srgbClr val="E8005A">
                <a:alpha val="0"/>
              </a:srgbClr>
            </a:solidFill>
            <a:prstDash val="solid"/>
          </a:ln>
        </p:spPr>
      </p:sp>
      <p:sp>
        <p:nvSpPr>
          <p:cNvPr id="28" name="Shape 26"/>
          <p:cNvSpPr/>
          <p:nvPr/>
        </p:nvSpPr>
        <p:spPr>
          <a:xfrm>
            <a:off x="6903720" y="1143000"/>
            <a:ext cx="1737360" cy="822960"/>
          </a:xfrm>
          <a:prstGeom prst="rect">
            <a:avLst/>
          </a:prstGeom>
          <a:solidFill>
            <a:srgbClr val="B00083"/>
          </a:solidFill>
          <a:ln w="12700">
            <a:solidFill>
              <a:srgbClr val="B00083">
                <a:alpha val="0"/>
              </a:srgbClr>
            </a:solidFill>
            <a:prstDash val="solid"/>
          </a:ln>
        </p:spPr>
      </p:sp>
      <p:sp>
        <p:nvSpPr>
          <p:cNvPr id="29" name="Text 27"/>
          <p:cNvSpPr/>
          <p:nvPr/>
        </p:nvSpPr>
        <p:spPr>
          <a:xfrm>
            <a:off x="749808" y="1271016"/>
            <a:ext cx="7086600" cy="438912"/>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Hiragino Sans" pitchFamily="34" charset="0"/>
                <a:ea typeface="Hiragino Sans" pitchFamily="34" charset="-122"/>
                <a:cs typeface="Hiragino Sans" pitchFamily="34" charset="-120"/>
              </a:rPr>
              <a:t>時間資本理論</a:t>
            </a:r>
            <a:endParaRPr lang="en-US" sz="2900" dirty="0"/>
          </a:p>
        </p:txBody>
      </p:sp>
      <p:sp>
        <p:nvSpPr>
          <p:cNvPr id="30" name="Text 28"/>
          <p:cNvSpPr/>
          <p:nvPr/>
        </p:nvSpPr>
        <p:spPr>
          <a:xfrm>
            <a:off x="566928" y="2249424"/>
            <a:ext cx="4297680" cy="310896"/>
          </a:xfrm>
          <a:prstGeom prst="rect">
            <a:avLst/>
          </a:prstGeom>
          <a:noFill/>
          <a:ln/>
        </p:spPr>
        <p:txBody>
          <a:bodyPr wrap="square" rtlCol="0" anchor="ctr">
            <a:normAutofit/>
          </a:bodyPr>
          <a:lstStyle/>
          <a:p>
            <a:pPr indent="0" marL="0">
              <a:buNone/>
            </a:pPr>
            <a:r>
              <a:rPr lang="en-US" sz="1400" b="1" dirty="0">
                <a:solidFill>
                  <a:srgbClr val="E8005A"/>
                </a:solidFill>
                <a:latin typeface="Hiragino Sans" pitchFamily="34" charset="0"/>
                <a:ea typeface="Hiragino Sans" pitchFamily="34" charset="-122"/>
                <a:cs typeface="Hiragino Sans" pitchFamily="34" charset="-120"/>
              </a:rPr>
              <a:t>時間を人的資本へ変換する</a:t>
            </a:r>
            <a:endParaRPr lang="en-US" sz="1400" dirty="0"/>
          </a:p>
        </p:txBody>
      </p:sp>
      <p:sp>
        <p:nvSpPr>
          <p:cNvPr id="31" name="Text 29"/>
          <p:cNvSpPr/>
          <p:nvPr/>
        </p:nvSpPr>
        <p:spPr>
          <a:xfrm>
            <a:off x="566928" y="2596896"/>
            <a:ext cx="6217920" cy="987552"/>
          </a:xfrm>
          <a:prstGeom prst="rect">
            <a:avLst/>
          </a:prstGeom>
          <a:noFill/>
          <a:ln/>
        </p:spPr>
        <p:txBody>
          <a:bodyPr wrap="square" rtlCol="0" anchor="ctr">
            <a:normAutofit/>
          </a:bodyPr>
          <a:lstStyle/>
          <a:p>
            <a:pPr indent="0" marL="0">
              <a:buNone/>
            </a:pPr>
            <a:r>
              <a:rPr lang="en-US" sz="2500" b="1" dirty="0">
                <a:solidFill>
                  <a:srgbClr val="2B1B3A"/>
                </a:solidFill>
                <a:latin typeface="Hiragino Sans" pitchFamily="34" charset="0"/>
                <a:ea typeface="Hiragino Sans" pitchFamily="34" charset="-122"/>
                <a:cs typeface="Hiragino Sans" pitchFamily="34" charset="-120"/>
              </a:rPr>
              <a:t>収益化は、時間→スキル→信用→収益の順番で進む。</a:t>
            </a:r>
            <a:endParaRPr lang="en-US" sz="2500" dirty="0"/>
          </a:p>
        </p:txBody>
      </p:sp>
      <p:sp>
        <p:nvSpPr>
          <p:cNvPr id="32" name="Shape 30"/>
          <p:cNvSpPr/>
          <p:nvPr/>
        </p:nvSpPr>
        <p:spPr>
          <a:xfrm>
            <a:off x="749808" y="4297680"/>
            <a:ext cx="1828800" cy="621792"/>
          </a:xfrm>
          <a:prstGeom prst="roundRect">
            <a:avLst>
              <a:gd name="adj" fmla="val 10294"/>
            </a:avLst>
          </a:prstGeom>
          <a:solidFill>
            <a:srgbClr val="FFFFFF"/>
          </a:solidFill>
          <a:ln w="12700">
            <a:solidFill>
              <a:srgbClr val="FFFFFF">
                <a:alpha val="0"/>
              </a:srgbClr>
            </a:solidFill>
            <a:prstDash val="solid"/>
          </a:ln>
        </p:spPr>
      </p:sp>
      <p:sp>
        <p:nvSpPr>
          <p:cNvPr id="33" name="Text 31"/>
          <p:cNvSpPr/>
          <p:nvPr/>
        </p:nvSpPr>
        <p:spPr>
          <a:xfrm>
            <a:off x="896112" y="4416552"/>
            <a:ext cx="1536192" cy="219456"/>
          </a:xfrm>
          <a:prstGeom prst="rect">
            <a:avLst/>
          </a:prstGeom>
          <a:noFill/>
          <a:ln/>
        </p:spPr>
        <p:txBody>
          <a:bodyPr wrap="square" lIns="0" tIns="0" rIns="0" bIns="0" rtlCol="0" anchor="ctr">
            <a:normAutofit/>
          </a:bodyPr>
          <a:lstStyle/>
          <a:p>
            <a:pPr algn="ctr" indent="0" marL="0">
              <a:buNone/>
            </a:pPr>
            <a:r>
              <a:rPr lang="en-US" sz="1400" b="1" dirty="0">
                <a:solidFill>
                  <a:srgbClr val="2B1B3A"/>
                </a:solidFill>
                <a:latin typeface="Hiragino Sans" pitchFamily="34" charset="0"/>
                <a:ea typeface="Hiragino Sans" pitchFamily="34" charset="-122"/>
                <a:cs typeface="Hiragino Sans" pitchFamily="34" charset="-120"/>
              </a:rPr>
              <a:t>時間</a:t>
            </a:r>
            <a:endParaRPr lang="en-US" sz="1400" dirty="0"/>
          </a:p>
        </p:txBody>
      </p:sp>
      <p:sp>
        <p:nvSpPr>
          <p:cNvPr id="34" name="Shape 32"/>
          <p:cNvSpPr/>
          <p:nvPr/>
        </p:nvSpPr>
        <p:spPr>
          <a:xfrm rot="5400000">
            <a:off x="2670048" y="4489704"/>
            <a:ext cx="146304" cy="201168"/>
          </a:xfrm>
          <a:prstGeom prst="triangle">
            <a:avLst/>
          </a:prstGeom>
          <a:solidFill>
            <a:srgbClr val="7B18D8"/>
          </a:solidFill>
          <a:ln w="12700">
            <a:solidFill>
              <a:srgbClr val="7B18D8">
                <a:alpha val="0"/>
              </a:srgbClr>
            </a:solidFill>
            <a:prstDash val="solid"/>
          </a:ln>
        </p:spPr>
      </p:sp>
      <p:sp>
        <p:nvSpPr>
          <p:cNvPr id="35" name="Shape 33"/>
          <p:cNvSpPr/>
          <p:nvPr/>
        </p:nvSpPr>
        <p:spPr>
          <a:xfrm>
            <a:off x="2871216" y="4297680"/>
            <a:ext cx="1828800" cy="621792"/>
          </a:xfrm>
          <a:prstGeom prst="roundRect">
            <a:avLst>
              <a:gd name="adj" fmla="val 10294"/>
            </a:avLst>
          </a:prstGeom>
          <a:solidFill>
            <a:srgbClr val="FFFFFF"/>
          </a:solidFill>
          <a:ln w="12700">
            <a:solidFill>
              <a:srgbClr val="FFFFFF">
                <a:alpha val="0"/>
              </a:srgbClr>
            </a:solidFill>
            <a:prstDash val="solid"/>
          </a:ln>
        </p:spPr>
      </p:sp>
      <p:sp>
        <p:nvSpPr>
          <p:cNvPr id="36" name="Text 34"/>
          <p:cNvSpPr/>
          <p:nvPr/>
        </p:nvSpPr>
        <p:spPr>
          <a:xfrm>
            <a:off x="3017520" y="4416552"/>
            <a:ext cx="1536192" cy="219456"/>
          </a:xfrm>
          <a:prstGeom prst="rect">
            <a:avLst/>
          </a:prstGeom>
          <a:noFill/>
          <a:ln/>
        </p:spPr>
        <p:txBody>
          <a:bodyPr wrap="square" lIns="0" tIns="0" rIns="0" bIns="0" rtlCol="0" anchor="ctr">
            <a:normAutofit/>
          </a:bodyPr>
          <a:lstStyle/>
          <a:p>
            <a:pPr algn="ctr" indent="0" marL="0">
              <a:buNone/>
            </a:pPr>
            <a:r>
              <a:rPr lang="en-US" sz="1400" b="1" dirty="0">
                <a:solidFill>
                  <a:srgbClr val="2B1B3A"/>
                </a:solidFill>
                <a:latin typeface="Hiragino Sans" pitchFamily="34" charset="0"/>
                <a:ea typeface="Hiragino Sans" pitchFamily="34" charset="-122"/>
                <a:cs typeface="Hiragino Sans" pitchFamily="34" charset="-120"/>
              </a:rPr>
              <a:t>人的資本</a:t>
            </a:r>
            <a:endParaRPr lang="en-US" sz="1400" dirty="0"/>
          </a:p>
        </p:txBody>
      </p:sp>
      <p:sp>
        <p:nvSpPr>
          <p:cNvPr id="37" name="Shape 35"/>
          <p:cNvSpPr/>
          <p:nvPr/>
        </p:nvSpPr>
        <p:spPr>
          <a:xfrm rot="5400000">
            <a:off x="4791456" y="4489704"/>
            <a:ext cx="146304" cy="201168"/>
          </a:xfrm>
          <a:prstGeom prst="triangle">
            <a:avLst/>
          </a:prstGeom>
          <a:solidFill>
            <a:srgbClr val="7B18D8"/>
          </a:solidFill>
          <a:ln w="12700">
            <a:solidFill>
              <a:srgbClr val="7B18D8">
                <a:alpha val="0"/>
              </a:srgbClr>
            </a:solidFill>
            <a:prstDash val="solid"/>
          </a:ln>
        </p:spPr>
      </p:sp>
      <p:sp>
        <p:nvSpPr>
          <p:cNvPr id="38" name="Shape 36"/>
          <p:cNvSpPr/>
          <p:nvPr/>
        </p:nvSpPr>
        <p:spPr>
          <a:xfrm>
            <a:off x="4992624" y="4297680"/>
            <a:ext cx="1828800" cy="621792"/>
          </a:xfrm>
          <a:prstGeom prst="roundRect">
            <a:avLst>
              <a:gd name="adj" fmla="val 10294"/>
            </a:avLst>
          </a:prstGeom>
          <a:solidFill>
            <a:srgbClr val="FFFFFF"/>
          </a:solidFill>
          <a:ln w="12700">
            <a:solidFill>
              <a:srgbClr val="FFFFFF">
                <a:alpha val="0"/>
              </a:srgbClr>
            </a:solidFill>
            <a:prstDash val="solid"/>
          </a:ln>
        </p:spPr>
      </p:sp>
      <p:sp>
        <p:nvSpPr>
          <p:cNvPr id="39" name="Text 37"/>
          <p:cNvSpPr/>
          <p:nvPr/>
        </p:nvSpPr>
        <p:spPr>
          <a:xfrm>
            <a:off x="5138928" y="4416552"/>
            <a:ext cx="1536192" cy="219456"/>
          </a:xfrm>
          <a:prstGeom prst="rect">
            <a:avLst/>
          </a:prstGeom>
          <a:noFill/>
          <a:ln/>
        </p:spPr>
        <p:txBody>
          <a:bodyPr wrap="square" lIns="0" tIns="0" rIns="0" bIns="0" rtlCol="0" anchor="ctr">
            <a:normAutofit/>
          </a:bodyPr>
          <a:lstStyle/>
          <a:p>
            <a:pPr algn="ctr" indent="0" marL="0">
              <a:buNone/>
            </a:pPr>
            <a:r>
              <a:rPr lang="en-US" sz="1400" b="1" dirty="0">
                <a:solidFill>
                  <a:srgbClr val="2B1B3A"/>
                </a:solidFill>
                <a:latin typeface="Hiragino Sans" pitchFamily="34" charset="0"/>
                <a:ea typeface="Hiragino Sans" pitchFamily="34" charset="-122"/>
                <a:cs typeface="Hiragino Sans" pitchFamily="34" charset="-120"/>
              </a:rPr>
              <a:t>社会資本</a:t>
            </a:r>
            <a:endParaRPr lang="en-US" sz="1400" dirty="0"/>
          </a:p>
        </p:txBody>
      </p:sp>
      <p:sp>
        <p:nvSpPr>
          <p:cNvPr id="40" name="Shape 38"/>
          <p:cNvSpPr/>
          <p:nvPr/>
        </p:nvSpPr>
        <p:spPr>
          <a:xfrm rot="5400000">
            <a:off x="6912864" y="4489704"/>
            <a:ext cx="146304" cy="201168"/>
          </a:xfrm>
          <a:prstGeom prst="triangle">
            <a:avLst/>
          </a:prstGeom>
          <a:solidFill>
            <a:srgbClr val="7B18D8"/>
          </a:solidFill>
          <a:ln w="12700">
            <a:solidFill>
              <a:srgbClr val="7B18D8">
                <a:alpha val="0"/>
              </a:srgbClr>
            </a:solidFill>
            <a:prstDash val="solid"/>
          </a:ln>
        </p:spPr>
      </p:sp>
      <p:sp>
        <p:nvSpPr>
          <p:cNvPr id="41" name="Shape 39"/>
          <p:cNvSpPr/>
          <p:nvPr/>
        </p:nvSpPr>
        <p:spPr>
          <a:xfrm>
            <a:off x="7114032" y="4297680"/>
            <a:ext cx="1828800" cy="621792"/>
          </a:xfrm>
          <a:prstGeom prst="roundRect">
            <a:avLst>
              <a:gd name="adj" fmla="val 10294"/>
            </a:avLst>
          </a:prstGeom>
          <a:solidFill>
            <a:srgbClr val="E8005A"/>
          </a:solidFill>
          <a:ln w="12700">
            <a:solidFill>
              <a:srgbClr val="FFFFFF">
                <a:alpha val="0"/>
              </a:srgbClr>
            </a:solidFill>
            <a:prstDash val="solid"/>
          </a:ln>
        </p:spPr>
      </p:sp>
      <p:sp>
        <p:nvSpPr>
          <p:cNvPr id="42" name="Text 40"/>
          <p:cNvSpPr/>
          <p:nvPr/>
        </p:nvSpPr>
        <p:spPr>
          <a:xfrm>
            <a:off x="7260336" y="4416552"/>
            <a:ext cx="1536192" cy="219456"/>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Hiragino Sans" pitchFamily="34" charset="0"/>
                <a:ea typeface="Hiragino Sans" pitchFamily="34" charset="-122"/>
                <a:cs typeface="Hiragino Sans" pitchFamily="34" charset="-120"/>
              </a:rPr>
              <a:t>金融資本</a:t>
            </a:r>
            <a:endParaRPr lang="en-US" sz="1400" dirty="0"/>
          </a:p>
        </p:txBody>
      </p:sp>
      <p:sp>
        <p:nvSpPr>
          <p:cNvPr id="43" name="Shape 41"/>
          <p:cNvSpPr/>
          <p:nvPr/>
        </p:nvSpPr>
        <p:spPr>
          <a:xfrm>
            <a:off x="8321040" y="960120"/>
            <a:ext cx="3429000" cy="3429000"/>
          </a:xfrm>
          <a:prstGeom prst="ellipse">
            <a:avLst/>
          </a:prstGeom>
          <a:solidFill>
            <a:srgbClr val="FFE083">
              <a:alpha val="37000"/>
            </a:srgbClr>
          </a:solidFill>
          <a:ln w="12700">
            <a:solidFill>
              <a:srgbClr val="FFE083">
                <a:alpha val="0"/>
              </a:srgbClr>
            </a:solidFill>
            <a:prstDash val="solid"/>
          </a:ln>
        </p:spPr>
      </p:sp>
      <p:sp>
        <p:nvSpPr>
          <p:cNvPr id="44" name="Shape 42"/>
          <p:cNvSpPr/>
          <p:nvPr/>
        </p:nvSpPr>
        <p:spPr>
          <a:xfrm>
            <a:off x="8823960" y="1325880"/>
            <a:ext cx="621792" cy="621792"/>
          </a:xfrm>
          <a:prstGeom prst="ellipse">
            <a:avLst/>
          </a:prstGeom>
          <a:solidFill>
            <a:srgbClr val="2A1D36"/>
          </a:solidFill>
          <a:ln w="12700">
            <a:solidFill>
              <a:srgbClr val="2A1D36">
                <a:alpha val="0"/>
              </a:srgbClr>
            </a:solidFill>
            <a:prstDash val="solid"/>
          </a:ln>
        </p:spPr>
      </p:sp>
      <p:sp>
        <p:nvSpPr>
          <p:cNvPr id="45" name="Shape 43"/>
          <p:cNvSpPr/>
          <p:nvPr/>
        </p:nvSpPr>
        <p:spPr>
          <a:xfrm rot="1080000">
            <a:off x="8577072" y="1115568"/>
            <a:ext cx="1005840" cy="731520"/>
          </a:xfrm>
          <a:prstGeom prst="arc">
            <a:avLst/>
          </a:prstGeom>
          <a:solidFill>
            <a:srgbClr val="191121">
              <a:alpha val="0"/>
            </a:srgbClr>
          </a:solidFill>
          <a:ln w="76200">
            <a:solidFill>
              <a:srgbClr val="191121"/>
            </a:solidFill>
            <a:prstDash val="solid"/>
          </a:ln>
        </p:spPr>
      </p:sp>
      <p:sp>
        <p:nvSpPr>
          <p:cNvPr id="46" name="Shape 44"/>
          <p:cNvSpPr/>
          <p:nvPr/>
        </p:nvSpPr>
        <p:spPr>
          <a:xfrm rot="5400000">
            <a:off x="8549640" y="1993392"/>
            <a:ext cx="1325880" cy="1417320"/>
          </a:xfrm>
          <a:prstGeom prst="chevron">
            <a:avLst/>
          </a:prstGeom>
          <a:solidFill>
            <a:srgbClr val="24214C"/>
          </a:solidFill>
          <a:ln w="12700">
            <a:solidFill>
              <a:srgbClr val="24214C">
                <a:alpha val="0"/>
              </a:srgbClr>
            </a:solidFill>
            <a:prstDash val="solid"/>
          </a:ln>
        </p:spPr>
      </p:sp>
      <p:sp>
        <p:nvSpPr>
          <p:cNvPr id="47" name="Shape 45"/>
          <p:cNvSpPr/>
          <p:nvPr/>
        </p:nvSpPr>
        <p:spPr>
          <a:xfrm>
            <a:off x="9646920" y="2926080"/>
            <a:ext cx="1417320" cy="822960"/>
          </a:xfrm>
          <a:prstGeom prst="rect">
            <a:avLst/>
          </a:prstGeom>
          <a:solidFill>
            <a:srgbClr val="EFEAF7"/>
          </a:solidFill>
          <a:ln w="12700">
            <a:solidFill>
              <a:srgbClr val="D3C4E8"/>
            </a:solidFill>
            <a:prstDash val="solid"/>
          </a:ln>
        </p:spPr>
      </p:sp>
      <p:sp>
        <p:nvSpPr>
          <p:cNvPr id="48" name="Shape 46"/>
          <p:cNvSpPr/>
          <p:nvPr/>
        </p:nvSpPr>
        <p:spPr>
          <a:xfrm>
            <a:off x="9464040" y="3767328"/>
            <a:ext cx="1965960" cy="146304"/>
          </a:xfrm>
          <a:prstGeom prst="rect">
            <a:avLst/>
          </a:prstGeom>
          <a:solidFill>
            <a:srgbClr val="BFC0D6"/>
          </a:solidFill>
          <a:ln w="12700">
            <a:solidFill>
              <a:srgbClr val="BFC0D6">
                <a:alpha val="0"/>
              </a:srgbClr>
            </a:solidFill>
            <a:prstDash val="solid"/>
          </a:ln>
        </p:spPr>
      </p:sp>
      <p:sp>
        <p:nvSpPr>
          <p:cNvPr id="49" name="Text 47"/>
          <p:cNvSpPr/>
          <p:nvPr/>
        </p:nvSpPr>
        <p:spPr>
          <a:xfrm>
            <a:off x="8229600" y="868680"/>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0" name="Text 48"/>
          <p:cNvSpPr/>
          <p:nvPr/>
        </p:nvSpPr>
        <p:spPr>
          <a:xfrm rot="420000">
            <a:off x="8567928" y="1353312"/>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1" name="Text 49"/>
          <p:cNvSpPr/>
          <p:nvPr/>
        </p:nvSpPr>
        <p:spPr>
          <a:xfrm rot="840000">
            <a:off x="8906256" y="1837944"/>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2" name="Text 50"/>
          <p:cNvSpPr/>
          <p:nvPr/>
        </p:nvSpPr>
        <p:spPr>
          <a:xfrm rot="1260000">
            <a:off x="9244584" y="2322576"/>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3" name="Text 51"/>
          <p:cNvSpPr/>
          <p:nvPr/>
        </p:nvSpPr>
        <p:spPr>
          <a:xfrm rot="1680000">
            <a:off x="9582912" y="2807208"/>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4" name="Text 52"/>
          <p:cNvSpPr/>
          <p:nvPr/>
        </p:nvSpPr>
        <p:spPr>
          <a:xfrm rot="2100000">
            <a:off x="9921240" y="3291840"/>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5" name="Text 53"/>
          <p:cNvSpPr/>
          <p:nvPr/>
        </p:nvSpPr>
        <p:spPr>
          <a:xfrm rot="2520000">
            <a:off x="10259568" y="3776472"/>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6" name="Text 54"/>
          <p:cNvSpPr/>
          <p:nvPr/>
        </p:nvSpPr>
        <p:spPr>
          <a:xfrm rot="2940000">
            <a:off x="10597896" y="4261104"/>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7" name="Text 55"/>
          <p:cNvSpPr/>
          <p:nvPr/>
        </p:nvSpPr>
        <p:spPr>
          <a:xfrm rot="3360000">
            <a:off x="10936224" y="1179576"/>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8" name="Text 56"/>
          <p:cNvSpPr/>
          <p:nvPr/>
        </p:nvSpPr>
        <p:spPr>
          <a:xfrm rot="3780000">
            <a:off x="11274552" y="1664208"/>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9" name="Text 57"/>
          <p:cNvSpPr/>
          <p:nvPr/>
        </p:nvSpPr>
        <p:spPr>
          <a:xfrm rot="4200000">
            <a:off x="8412480" y="2148840"/>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60" name="Text 58"/>
          <p:cNvSpPr/>
          <p:nvPr/>
        </p:nvSpPr>
        <p:spPr>
          <a:xfrm rot="4620000">
            <a:off x="8750808" y="2633472"/>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61" name="Text 59"/>
          <p:cNvSpPr/>
          <p:nvPr/>
        </p:nvSpPr>
        <p:spPr>
          <a:xfrm rot="5040000">
            <a:off x="9089136" y="3118104"/>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62" name="Text 60"/>
          <p:cNvSpPr/>
          <p:nvPr/>
        </p:nvSpPr>
        <p:spPr>
          <a:xfrm rot="5460000">
            <a:off x="9427464" y="3602736"/>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63" name="Text 61"/>
          <p:cNvSpPr/>
          <p:nvPr/>
        </p:nvSpPr>
        <p:spPr>
          <a:xfrm>
            <a:off x="530352" y="6473952"/>
            <a:ext cx="4023360" cy="164592"/>
          </a:xfrm>
          <a:prstGeom prst="rect">
            <a:avLst/>
          </a:prstGeom>
          <a:noFill/>
          <a:ln/>
        </p:spPr>
        <p:txBody>
          <a:bodyPr wrap="square" rtlCol="0" anchor="ctr"/>
          <a:lstStyle/>
          <a:p>
            <a:pPr indent="0" marL="0">
              <a:buNone/>
            </a:pPr>
            <a:r>
              <a:rPr lang="en-US" sz="800" dirty="0">
                <a:solidFill>
                  <a:srgbClr val="FBD7FF"/>
                </a:solidFill>
                <a:latin typeface="Avenir Next" pitchFamily="34" charset="0"/>
                <a:ea typeface="Avenir Next" pitchFamily="34" charset="-122"/>
                <a:cs typeface="Avenir Next" pitchFamily="34" charset="-120"/>
              </a:rPr>
              <a:t>ELITE Plan / Agent Customization Program</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9D3F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B4E8"/>
          </a:solidFill>
          <a:ln w="12700">
            <a:solidFill>
              <a:srgbClr val="F8B4E8"/>
            </a:solidFill>
            <a:prstDash val="solid"/>
          </a:ln>
        </p:spPr>
      </p:sp>
      <p:sp>
        <p:nvSpPr>
          <p:cNvPr id="3" name="Shape 1"/>
          <p:cNvSpPr/>
          <p:nvPr/>
        </p:nvSpPr>
        <p:spPr>
          <a:xfrm>
            <a:off x="0" y="0"/>
            <a:ext cx="12191695" cy="6858000"/>
          </a:xfrm>
          <a:prstGeom prst="rect">
            <a:avLst/>
          </a:prstGeom>
          <a:solidFill>
            <a:srgbClr val="7B18D8">
              <a:alpha val="48000"/>
            </a:srgbClr>
          </a:solidFill>
          <a:ln w="12700">
            <a:solidFill>
              <a:srgbClr val="7B18D8">
                <a:alpha val="0"/>
              </a:srgbClr>
            </a:solidFill>
            <a:prstDash val="solid"/>
          </a:ln>
        </p:spPr>
      </p:sp>
      <p:sp>
        <p:nvSpPr>
          <p:cNvPr id="4" name="Shape 2"/>
          <p:cNvSpPr/>
          <p:nvPr/>
        </p:nvSpPr>
        <p:spPr>
          <a:xfrm rot="20880000">
            <a:off x="-1463040" y="-731520"/>
            <a:ext cx="8412480" cy="4754880"/>
          </a:xfrm>
          <a:prstGeom prst="arc">
            <a:avLst/>
          </a:prstGeom>
          <a:solidFill>
            <a:srgbClr val="FFFFFF">
              <a:alpha val="0"/>
            </a:srgbClr>
          </a:solidFill>
          <a:ln w="27940">
            <a:solidFill>
              <a:srgbClr val="FFFFFF">
                <a:alpha val="46000"/>
              </a:srgbClr>
            </a:solidFill>
            <a:prstDash val="solid"/>
          </a:ln>
        </p:spPr>
      </p:sp>
      <p:sp>
        <p:nvSpPr>
          <p:cNvPr id="5" name="Shape 3"/>
          <p:cNvSpPr/>
          <p:nvPr/>
        </p:nvSpPr>
        <p:spPr>
          <a:xfrm rot="720000">
            <a:off x="2926080" y="182880"/>
            <a:ext cx="8046720" cy="4572000"/>
          </a:xfrm>
          <a:prstGeom prst="arc">
            <a:avLst/>
          </a:prstGeom>
          <a:solidFill>
            <a:srgbClr val="FFFFFF">
              <a:alpha val="0"/>
            </a:srgbClr>
          </a:solidFill>
          <a:ln w="17780">
            <a:solidFill>
              <a:srgbClr val="FFFFFF">
                <a:alpha val="32000"/>
              </a:srgbClr>
            </a:solidFill>
            <a:prstDash val="solid"/>
          </a:ln>
        </p:spPr>
      </p:sp>
      <p:sp>
        <p:nvSpPr>
          <p:cNvPr id="6" name="Shape 4"/>
          <p:cNvSpPr/>
          <p:nvPr/>
        </p:nvSpPr>
        <p:spPr>
          <a:xfrm>
            <a:off x="1033272" y="1362456"/>
            <a:ext cx="73152" cy="73152"/>
          </a:xfrm>
          <a:prstGeom prst="ellipse">
            <a:avLst/>
          </a:prstGeom>
          <a:solidFill>
            <a:srgbClr val="FFE083">
              <a:alpha val="80000"/>
            </a:srgbClr>
          </a:solidFill>
          <a:ln w="12700">
            <a:solidFill>
              <a:srgbClr val="FFE083">
                <a:alpha val="0"/>
              </a:srgbClr>
            </a:solidFill>
            <a:prstDash val="solid"/>
          </a:ln>
        </p:spPr>
      </p:sp>
      <p:sp>
        <p:nvSpPr>
          <p:cNvPr id="7" name="Shape 5"/>
          <p:cNvSpPr/>
          <p:nvPr/>
        </p:nvSpPr>
        <p:spPr>
          <a:xfrm>
            <a:off x="1792224" y="2615184"/>
            <a:ext cx="36576" cy="36576"/>
          </a:xfrm>
          <a:prstGeom prst="ellipse">
            <a:avLst/>
          </a:prstGeom>
          <a:solidFill>
            <a:srgbClr val="FFFFFF">
              <a:alpha val="68000"/>
            </a:srgbClr>
          </a:solidFill>
          <a:ln w="12700">
            <a:solidFill>
              <a:srgbClr val="FFFFFF">
                <a:alpha val="0"/>
              </a:srgbClr>
            </a:solidFill>
            <a:prstDash val="solid"/>
          </a:ln>
        </p:spPr>
      </p:sp>
      <p:sp>
        <p:nvSpPr>
          <p:cNvPr id="8" name="Shape 6"/>
          <p:cNvSpPr/>
          <p:nvPr/>
        </p:nvSpPr>
        <p:spPr>
          <a:xfrm>
            <a:off x="2551176" y="3867912"/>
            <a:ext cx="36576" cy="36576"/>
          </a:xfrm>
          <a:prstGeom prst="ellipse">
            <a:avLst/>
          </a:prstGeom>
          <a:solidFill>
            <a:srgbClr val="FFFFFF">
              <a:alpha val="68000"/>
            </a:srgbClr>
          </a:solidFill>
          <a:ln w="12700">
            <a:solidFill>
              <a:srgbClr val="FFFFFF">
                <a:alpha val="0"/>
              </a:srgbClr>
            </a:solidFill>
            <a:prstDash val="solid"/>
          </a:ln>
        </p:spPr>
      </p:sp>
      <p:sp>
        <p:nvSpPr>
          <p:cNvPr id="9" name="Shape 7"/>
          <p:cNvSpPr/>
          <p:nvPr/>
        </p:nvSpPr>
        <p:spPr>
          <a:xfrm>
            <a:off x="3310128" y="5120640"/>
            <a:ext cx="36576" cy="36576"/>
          </a:xfrm>
          <a:prstGeom prst="ellipse">
            <a:avLst/>
          </a:prstGeom>
          <a:solidFill>
            <a:srgbClr val="FFE083">
              <a:alpha val="80000"/>
            </a:srgbClr>
          </a:solidFill>
          <a:ln w="12700">
            <a:solidFill>
              <a:srgbClr val="FFE083">
                <a:alpha val="0"/>
              </a:srgbClr>
            </a:solidFill>
            <a:prstDash val="solid"/>
          </a:ln>
        </p:spPr>
      </p:sp>
      <p:sp>
        <p:nvSpPr>
          <p:cNvPr id="10" name="Shape 8"/>
          <p:cNvSpPr/>
          <p:nvPr/>
        </p:nvSpPr>
        <p:spPr>
          <a:xfrm>
            <a:off x="4069080" y="704088"/>
            <a:ext cx="73152" cy="73152"/>
          </a:xfrm>
          <a:prstGeom prst="ellipse">
            <a:avLst/>
          </a:prstGeom>
          <a:solidFill>
            <a:srgbClr val="FFFFFF">
              <a:alpha val="68000"/>
            </a:srgbClr>
          </a:solidFill>
          <a:ln w="12700">
            <a:solidFill>
              <a:srgbClr val="FFFFFF">
                <a:alpha val="0"/>
              </a:srgbClr>
            </a:solidFill>
            <a:prstDash val="solid"/>
          </a:ln>
        </p:spPr>
      </p:sp>
      <p:sp>
        <p:nvSpPr>
          <p:cNvPr id="11" name="Shape 9"/>
          <p:cNvSpPr/>
          <p:nvPr/>
        </p:nvSpPr>
        <p:spPr>
          <a:xfrm>
            <a:off x="4828032" y="1956816"/>
            <a:ext cx="36576" cy="36576"/>
          </a:xfrm>
          <a:prstGeom prst="ellipse">
            <a:avLst/>
          </a:prstGeom>
          <a:solidFill>
            <a:srgbClr val="FFFFFF">
              <a:alpha val="68000"/>
            </a:srgbClr>
          </a:solidFill>
          <a:ln w="12700">
            <a:solidFill>
              <a:srgbClr val="FFFFFF">
                <a:alpha val="0"/>
              </a:srgbClr>
            </a:solidFill>
            <a:prstDash val="solid"/>
          </a:ln>
        </p:spPr>
      </p:sp>
      <p:sp>
        <p:nvSpPr>
          <p:cNvPr id="12" name="Shape 10"/>
          <p:cNvSpPr/>
          <p:nvPr/>
        </p:nvSpPr>
        <p:spPr>
          <a:xfrm>
            <a:off x="5586984" y="3209544"/>
            <a:ext cx="36576" cy="36576"/>
          </a:xfrm>
          <a:prstGeom prst="ellipse">
            <a:avLst/>
          </a:prstGeom>
          <a:solidFill>
            <a:srgbClr val="FFE083">
              <a:alpha val="80000"/>
            </a:srgbClr>
          </a:solidFill>
          <a:ln w="12700">
            <a:solidFill>
              <a:srgbClr val="FFE083">
                <a:alpha val="0"/>
              </a:srgbClr>
            </a:solidFill>
            <a:prstDash val="solid"/>
          </a:ln>
        </p:spPr>
      </p:sp>
      <p:sp>
        <p:nvSpPr>
          <p:cNvPr id="13" name="Shape 11"/>
          <p:cNvSpPr/>
          <p:nvPr/>
        </p:nvSpPr>
        <p:spPr>
          <a:xfrm>
            <a:off x="6345936" y="4462272"/>
            <a:ext cx="36576" cy="36576"/>
          </a:xfrm>
          <a:prstGeom prst="ellipse">
            <a:avLst/>
          </a:prstGeom>
          <a:solidFill>
            <a:srgbClr val="FFFFFF">
              <a:alpha val="68000"/>
            </a:srgbClr>
          </a:solidFill>
          <a:ln w="12700">
            <a:solidFill>
              <a:srgbClr val="FFFFFF">
                <a:alpha val="0"/>
              </a:srgbClr>
            </a:solidFill>
            <a:prstDash val="solid"/>
          </a:ln>
        </p:spPr>
      </p:sp>
      <p:sp>
        <p:nvSpPr>
          <p:cNvPr id="14" name="Shape 12"/>
          <p:cNvSpPr/>
          <p:nvPr/>
        </p:nvSpPr>
        <p:spPr>
          <a:xfrm>
            <a:off x="7104888" y="5715000"/>
            <a:ext cx="73152" cy="73152"/>
          </a:xfrm>
          <a:prstGeom prst="ellipse">
            <a:avLst/>
          </a:prstGeom>
          <a:solidFill>
            <a:srgbClr val="FFFFFF">
              <a:alpha val="68000"/>
            </a:srgbClr>
          </a:solidFill>
          <a:ln w="12700">
            <a:solidFill>
              <a:srgbClr val="FFFFFF">
                <a:alpha val="0"/>
              </a:srgbClr>
            </a:solidFill>
            <a:prstDash val="solid"/>
          </a:ln>
        </p:spPr>
      </p:sp>
      <p:sp>
        <p:nvSpPr>
          <p:cNvPr id="15" name="Shape 13"/>
          <p:cNvSpPr/>
          <p:nvPr/>
        </p:nvSpPr>
        <p:spPr>
          <a:xfrm>
            <a:off x="7863840" y="1298448"/>
            <a:ext cx="36576" cy="36576"/>
          </a:xfrm>
          <a:prstGeom prst="ellipse">
            <a:avLst/>
          </a:prstGeom>
          <a:solidFill>
            <a:srgbClr val="FFE083">
              <a:alpha val="80000"/>
            </a:srgbClr>
          </a:solidFill>
          <a:ln w="12700">
            <a:solidFill>
              <a:srgbClr val="FFE083">
                <a:alpha val="0"/>
              </a:srgbClr>
            </a:solidFill>
            <a:prstDash val="solid"/>
          </a:ln>
        </p:spPr>
      </p:sp>
      <p:sp>
        <p:nvSpPr>
          <p:cNvPr id="16" name="Shape 14"/>
          <p:cNvSpPr/>
          <p:nvPr/>
        </p:nvSpPr>
        <p:spPr>
          <a:xfrm>
            <a:off x="8622792" y="2551176"/>
            <a:ext cx="36576" cy="36576"/>
          </a:xfrm>
          <a:prstGeom prst="ellipse">
            <a:avLst/>
          </a:prstGeom>
          <a:solidFill>
            <a:srgbClr val="FFFFFF">
              <a:alpha val="68000"/>
            </a:srgbClr>
          </a:solidFill>
          <a:ln w="12700">
            <a:solidFill>
              <a:srgbClr val="FFFFFF">
                <a:alpha val="0"/>
              </a:srgbClr>
            </a:solidFill>
            <a:prstDash val="solid"/>
          </a:ln>
        </p:spPr>
      </p:sp>
      <p:sp>
        <p:nvSpPr>
          <p:cNvPr id="17" name="Shape 15"/>
          <p:cNvSpPr/>
          <p:nvPr/>
        </p:nvSpPr>
        <p:spPr>
          <a:xfrm>
            <a:off x="9381744" y="3803904"/>
            <a:ext cx="36576" cy="36576"/>
          </a:xfrm>
          <a:prstGeom prst="ellipse">
            <a:avLst/>
          </a:prstGeom>
          <a:solidFill>
            <a:srgbClr val="FFFFFF">
              <a:alpha val="68000"/>
            </a:srgbClr>
          </a:solidFill>
          <a:ln w="12700">
            <a:solidFill>
              <a:srgbClr val="FFFFFF">
                <a:alpha val="0"/>
              </a:srgbClr>
            </a:solidFill>
            <a:prstDash val="solid"/>
          </a:ln>
        </p:spPr>
      </p:sp>
      <p:sp>
        <p:nvSpPr>
          <p:cNvPr id="18" name="Shape 16"/>
          <p:cNvSpPr/>
          <p:nvPr/>
        </p:nvSpPr>
        <p:spPr>
          <a:xfrm>
            <a:off x="10140696" y="5056632"/>
            <a:ext cx="73152" cy="73152"/>
          </a:xfrm>
          <a:prstGeom prst="ellipse">
            <a:avLst/>
          </a:prstGeom>
          <a:solidFill>
            <a:srgbClr val="FFE083">
              <a:alpha val="80000"/>
            </a:srgbClr>
          </a:solidFill>
          <a:ln w="12700">
            <a:solidFill>
              <a:srgbClr val="FFE083">
                <a:alpha val="0"/>
              </a:srgbClr>
            </a:solidFill>
            <a:prstDash val="solid"/>
          </a:ln>
        </p:spPr>
      </p:sp>
      <p:sp>
        <p:nvSpPr>
          <p:cNvPr id="19" name="Shape 17"/>
          <p:cNvSpPr/>
          <p:nvPr/>
        </p:nvSpPr>
        <p:spPr>
          <a:xfrm>
            <a:off x="384048" y="640080"/>
            <a:ext cx="36576" cy="36576"/>
          </a:xfrm>
          <a:prstGeom prst="ellipse">
            <a:avLst/>
          </a:prstGeom>
          <a:solidFill>
            <a:srgbClr val="FFFFFF">
              <a:alpha val="68000"/>
            </a:srgbClr>
          </a:solidFill>
          <a:ln w="12700">
            <a:solidFill>
              <a:srgbClr val="FFFFFF">
                <a:alpha val="0"/>
              </a:srgbClr>
            </a:solidFill>
            <a:prstDash val="solid"/>
          </a:ln>
        </p:spPr>
      </p:sp>
      <p:sp>
        <p:nvSpPr>
          <p:cNvPr id="20" name="Shape 18"/>
          <p:cNvSpPr/>
          <p:nvPr/>
        </p:nvSpPr>
        <p:spPr>
          <a:xfrm>
            <a:off x="1143000" y="1892808"/>
            <a:ext cx="36576" cy="36576"/>
          </a:xfrm>
          <a:prstGeom prst="ellipse">
            <a:avLst/>
          </a:prstGeom>
          <a:solidFill>
            <a:srgbClr val="FFFFFF">
              <a:alpha val="68000"/>
            </a:srgbClr>
          </a:solidFill>
          <a:ln w="12700">
            <a:solidFill>
              <a:srgbClr val="FFFFFF">
                <a:alpha val="0"/>
              </a:srgbClr>
            </a:solidFill>
            <a:prstDash val="solid"/>
          </a:ln>
        </p:spPr>
      </p:sp>
      <p:sp>
        <p:nvSpPr>
          <p:cNvPr id="21" name="Shape 19"/>
          <p:cNvSpPr/>
          <p:nvPr/>
        </p:nvSpPr>
        <p:spPr>
          <a:xfrm>
            <a:off x="1901952" y="3145536"/>
            <a:ext cx="36576" cy="36576"/>
          </a:xfrm>
          <a:prstGeom prst="ellipse">
            <a:avLst/>
          </a:prstGeom>
          <a:solidFill>
            <a:srgbClr val="FFE083">
              <a:alpha val="80000"/>
            </a:srgbClr>
          </a:solidFill>
          <a:ln w="12700">
            <a:solidFill>
              <a:srgbClr val="FFE083">
                <a:alpha val="0"/>
              </a:srgbClr>
            </a:solidFill>
            <a:prstDash val="solid"/>
          </a:ln>
        </p:spPr>
      </p:sp>
      <p:sp>
        <p:nvSpPr>
          <p:cNvPr id="22" name="Shape 20"/>
          <p:cNvSpPr/>
          <p:nvPr/>
        </p:nvSpPr>
        <p:spPr>
          <a:xfrm>
            <a:off x="2660904" y="4398264"/>
            <a:ext cx="73152" cy="73152"/>
          </a:xfrm>
          <a:prstGeom prst="ellipse">
            <a:avLst/>
          </a:prstGeom>
          <a:solidFill>
            <a:srgbClr val="FFFFFF">
              <a:alpha val="68000"/>
            </a:srgbClr>
          </a:solidFill>
          <a:ln w="12700">
            <a:solidFill>
              <a:srgbClr val="FFFFFF">
                <a:alpha val="0"/>
              </a:srgbClr>
            </a:solidFill>
            <a:prstDash val="solid"/>
          </a:ln>
        </p:spPr>
      </p:sp>
      <p:sp>
        <p:nvSpPr>
          <p:cNvPr id="23" name="Shape 21"/>
          <p:cNvSpPr/>
          <p:nvPr/>
        </p:nvSpPr>
        <p:spPr>
          <a:xfrm>
            <a:off x="3419856" y="5650992"/>
            <a:ext cx="36576" cy="36576"/>
          </a:xfrm>
          <a:prstGeom prst="ellipse">
            <a:avLst/>
          </a:prstGeom>
          <a:solidFill>
            <a:srgbClr val="FFFFFF">
              <a:alpha val="68000"/>
            </a:srgbClr>
          </a:solidFill>
          <a:ln w="12700">
            <a:solidFill>
              <a:srgbClr val="FFFFFF">
                <a:alpha val="0"/>
              </a:srgbClr>
            </a:solidFill>
            <a:prstDash val="solid"/>
          </a:ln>
        </p:spPr>
      </p:sp>
      <p:sp>
        <p:nvSpPr>
          <p:cNvPr id="24" name="Shape 22"/>
          <p:cNvSpPr/>
          <p:nvPr/>
        </p:nvSpPr>
        <p:spPr>
          <a:xfrm>
            <a:off x="0" y="6364224"/>
            <a:ext cx="12191695" cy="493776"/>
          </a:xfrm>
          <a:prstGeom prst="rect">
            <a:avLst/>
          </a:prstGeom>
          <a:solidFill>
            <a:srgbClr val="33004F">
              <a:alpha val="88000"/>
            </a:srgbClr>
          </a:solidFill>
          <a:ln w="12700">
            <a:solidFill>
              <a:srgbClr val="33004F">
                <a:alpha val="0"/>
              </a:srgbClr>
            </a:solidFill>
            <a:prstDash val="solid"/>
          </a:ln>
        </p:spPr>
      </p:sp>
      <p:sp>
        <p:nvSpPr>
          <p:cNvPr id="25" name="Shape 23"/>
          <p:cNvSpPr/>
          <p:nvPr/>
        </p:nvSpPr>
        <p:spPr>
          <a:xfrm>
            <a:off x="502920" y="384048"/>
            <a:ext cx="4526280" cy="530352"/>
          </a:xfrm>
          <a:prstGeom prst="rect">
            <a:avLst/>
          </a:prstGeom>
          <a:solidFill>
            <a:srgbClr val="FFFFFF">
              <a:alpha val="96000"/>
            </a:srgbClr>
          </a:solidFill>
          <a:ln w="12700">
            <a:solidFill>
              <a:srgbClr val="FFFFFF">
                <a:alpha val="0"/>
              </a:srgbClr>
            </a:solidFill>
            <a:prstDash val="solid"/>
          </a:ln>
        </p:spPr>
      </p:sp>
      <p:sp>
        <p:nvSpPr>
          <p:cNvPr id="26" name="Text 24"/>
          <p:cNvSpPr/>
          <p:nvPr/>
        </p:nvSpPr>
        <p:spPr>
          <a:xfrm>
            <a:off x="658368" y="484632"/>
            <a:ext cx="4160520" cy="256032"/>
          </a:xfrm>
          <a:prstGeom prst="rect">
            <a:avLst/>
          </a:prstGeom>
          <a:noFill/>
          <a:ln/>
        </p:spPr>
        <p:txBody>
          <a:bodyPr wrap="square" rtlCol="0" anchor="ctr">
            <a:normAutofit/>
          </a:bodyPr>
          <a:lstStyle/>
          <a:p>
            <a:pPr indent="0" marL="0">
              <a:buNone/>
            </a:pPr>
            <a:r>
              <a:rPr lang="en-US" sz="1600" b="1" dirty="0">
                <a:solidFill>
                  <a:srgbClr val="E8005A"/>
                </a:solidFill>
                <a:latin typeface="Hiragino Sans" pitchFamily="34" charset="0"/>
                <a:ea typeface="Hiragino Sans" pitchFamily="34" charset="-122"/>
                <a:cs typeface="Hiragino Sans" pitchFamily="34" charset="-120"/>
              </a:rPr>
              <a:t>ELITE プラン 特別ページ  /  04</a:t>
            </a:r>
            <a:endParaRPr lang="en-US" sz="1600" dirty="0"/>
          </a:p>
        </p:txBody>
      </p:sp>
      <p:sp>
        <p:nvSpPr>
          <p:cNvPr id="27" name="Shape 25"/>
          <p:cNvSpPr/>
          <p:nvPr/>
        </p:nvSpPr>
        <p:spPr>
          <a:xfrm>
            <a:off x="502920" y="1143000"/>
            <a:ext cx="6995160" cy="822960"/>
          </a:xfrm>
          <a:prstGeom prst="rect">
            <a:avLst/>
          </a:prstGeom>
          <a:solidFill>
            <a:srgbClr val="E8005A"/>
          </a:solidFill>
          <a:ln w="12700">
            <a:solidFill>
              <a:srgbClr val="E8005A">
                <a:alpha val="0"/>
              </a:srgbClr>
            </a:solidFill>
            <a:prstDash val="solid"/>
          </a:ln>
        </p:spPr>
      </p:sp>
      <p:sp>
        <p:nvSpPr>
          <p:cNvPr id="28" name="Shape 26"/>
          <p:cNvSpPr/>
          <p:nvPr/>
        </p:nvSpPr>
        <p:spPr>
          <a:xfrm>
            <a:off x="6903720" y="1143000"/>
            <a:ext cx="1737360" cy="822960"/>
          </a:xfrm>
          <a:prstGeom prst="rect">
            <a:avLst/>
          </a:prstGeom>
          <a:solidFill>
            <a:srgbClr val="B00083"/>
          </a:solidFill>
          <a:ln w="12700">
            <a:solidFill>
              <a:srgbClr val="B00083">
                <a:alpha val="0"/>
              </a:srgbClr>
            </a:solidFill>
            <a:prstDash val="solid"/>
          </a:ln>
        </p:spPr>
      </p:sp>
      <p:sp>
        <p:nvSpPr>
          <p:cNvPr id="29" name="Text 27"/>
          <p:cNvSpPr/>
          <p:nvPr/>
        </p:nvSpPr>
        <p:spPr>
          <a:xfrm>
            <a:off x="749808" y="1271016"/>
            <a:ext cx="7086600" cy="438912"/>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Hiragino Sans" pitchFamily="34" charset="0"/>
                <a:ea typeface="Hiragino Sans" pitchFamily="34" charset="-122"/>
                <a:cs typeface="Hiragino Sans" pitchFamily="34" charset="-120"/>
              </a:rPr>
              <a:t>エージェント連携の考え方</a:t>
            </a:r>
            <a:endParaRPr lang="en-US" sz="2900" dirty="0"/>
          </a:p>
        </p:txBody>
      </p:sp>
      <p:sp>
        <p:nvSpPr>
          <p:cNvPr id="30" name="Text 28"/>
          <p:cNvSpPr/>
          <p:nvPr/>
        </p:nvSpPr>
        <p:spPr>
          <a:xfrm>
            <a:off x="566928" y="2249424"/>
            <a:ext cx="4297680" cy="310896"/>
          </a:xfrm>
          <a:prstGeom prst="rect">
            <a:avLst/>
          </a:prstGeom>
          <a:noFill/>
          <a:ln/>
        </p:spPr>
        <p:txBody>
          <a:bodyPr wrap="square" rtlCol="0" anchor="ctr">
            <a:normAutofit/>
          </a:bodyPr>
          <a:lstStyle/>
          <a:p>
            <a:pPr indent="0" marL="0">
              <a:buNone/>
            </a:pPr>
            <a:r>
              <a:rPr lang="en-US" sz="1400" b="1" dirty="0">
                <a:solidFill>
                  <a:srgbClr val="E8005A"/>
                </a:solidFill>
                <a:latin typeface="Hiragino Sans" pitchFamily="34" charset="0"/>
                <a:ea typeface="Hiragino Sans" pitchFamily="34" charset="-122"/>
                <a:cs typeface="Hiragino Sans" pitchFamily="34" charset="-120"/>
              </a:rPr>
              <a:t>1体で完結させない</a:t>
            </a:r>
            <a:endParaRPr lang="en-US" sz="1400" dirty="0"/>
          </a:p>
        </p:txBody>
      </p:sp>
      <p:sp>
        <p:nvSpPr>
          <p:cNvPr id="31" name="Text 29"/>
          <p:cNvSpPr/>
          <p:nvPr/>
        </p:nvSpPr>
        <p:spPr>
          <a:xfrm>
            <a:off x="566928" y="2596896"/>
            <a:ext cx="6217920" cy="987552"/>
          </a:xfrm>
          <a:prstGeom prst="rect">
            <a:avLst/>
          </a:prstGeom>
          <a:noFill/>
          <a:ln/>
        </p:spPr>
        <p:txBody>
          <a:bodyPr wrap="square" rtlCol="0" anchor="ctr">
            <a:normAutofit/>
          </a:bodyPr>
          <a:lstStyle/>
          <a:p>
            <a:pPr indent="0" marL="0">
              <a:buNone/>
            </a:pPr>
            <a:r>
              <a:rPr lang="en-US" sz="2500" b="1" dirty="0">
                <a:solidFill>
                  <a:srgbClr val="2B1B3A"/>
                </a:solidFill>
                <a:latin typeface="Hiragino Sans" pitchFamily="34" charset="0"/>
                <a:ea typeface="Hiragino Sans" pitchFamily="34" charset="-122"/>
                <a:cs typeface="Hiragino Sans" pitchFamily="34" charset="-120"/>
              </a:rPr>
              <a:t>複数のAIが連携すれば、一人で組織を持つ働き方に近づく。</a:t>
            </a:r>
            <a:endParaRPr lang="en-US" sz="2500" dirty="0"/>
          </a:p>
        </p:txBody>
      </p:sp>
      <p:sp>
        <p:nvSpPr>
          <p:cNvPr id="32" name="Shape 30"/>
          <p:cNvSpPr/>
          <p:nvPr/>
        </p:nvSpPr>
        <p:spPr>
          <a:xfrm>
            <a:off x="2752344" y="4151376"/>
            <a:ext cx="987552" cy="457200"/>
          </a:xfrm>
          <a:prstGeom prst="roundRect">
            <a:avLst>
              <a:gd name="adj" fmla="val 14000"/>
            </a:avLst>
          </a:prstGeom>
          <a:solidFill>
            <a:srgbClr val="E8005A"/>
          </a:solidFill>
          <a:ln w="12700">
            <a:solidFill>
              <a:srgbClr val="FFFFFF">
                <a:alpha val="0"/>
              </a:srgbClr>
            </a:solidFill>
            <a:prstDash val="solid"/>
          </a:ln>
        </p:spPr>
      </p:sp>
      <p:sp>
        <p:nvSpPr>
          <p:cNvPr id="33" name="Text 31"/>
          <p:cNvSpPr/>
          <p:nvPr/>
        </p:nvSpPr>
        <p:spPr>
          <a:xfrm>
            <a:off x="2898648" y="4270248"/>
            <a:ext cx="694944" cy="21945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Hiragino Sans" pitchFamily="34" charset="0"/>
                <a:ea typeface="Hiragino Sans" pitchFamily="34" charset="-122"/>
                <a:cs typeface="Hiragino Sans" pitchFamily="34" charset="-120"/>
              </a:rPr>
              <a:t>自分</a:t>
            </a:r>
            <a:endParaRPr lang="en-US" sz="1500" dirty="0"/>
          </a:p>
        </p:txBody>
      </p:sp>
      <p:sp>
        <p:nvSpPr>
          <p:cNvPr id="34" name="Shape 32"/>
          <p:cNvSpPr/>
          <p:nvPr/>
        </p:nvSpPr>
        <p:spPr>
          <a:xfrm>
            <a:off x="3246120" y="4370832"/>
            <a:ext cx="-1627632" cy="-393192"/>
          </a:xfrm>
          <a:prstGeom prst="line">
            <a:avLst/>
          </a:prstGeom>
          <a:noFill/>
          <a:ln w="22860">
            <a:solidFill>
              <a:srgbClr val="FFFFFF">
                <a:alpha val="85000"/>
              </a:srgbClr>
            </a:solidFill>
            <a:prstDash val="solid"/>
          </a:ln>
        </p:spPr>
      </p:sp>
      <p:sp>
        <p:nvSpPr>
          <p:cNvPr id="35" name="Shape 33"/>
          <p:cNvSpPr/>
          <p:nvPr/>
        </p:nvSpPr>
        <p:spPr>
          <a:xfrm>
            <a:off x="1143000" y="3749040"/>
            <a:ext cx="987552" cy="475488"/>
          </a:xfrm>
          <a:prstGeom prst="roundRect">
            <a:avLst>
              <a:gd name="adj" fmla="val 13462"/>
            </a:avLst>
          </a:prstGeom>
          <a:solidFill>
            <a:srgbClr val="FFFFFF"/>
          </a:solidFill>
          <a:ln w="12700">
            <a:solidFill>
              <a:srgbClr val="FFFFFF">
                <a:alpha val="0"/>
              </a:srgbClr>
            </a:solidFill>
            <a:prstDash val="solid"/>
          </a:ln>
        </p:spPr>
      </p:sp>
      <p:sp>
        <p:nvSpPr>
          <p:cNvPr id="36" name="Text 34"/>
          <p:cNvSpPr/>
          <p:nvPr/>
        </p:nvSpPr>
        <p:spPr>
          <a:xfrm>
            <a:off x="1289304" y="3867912"/>
            <a:ext cx="694944" cy="219456"/>
          </a:xfrm>
          <a:prstGeom prst="rect">
            <a:avLst/>
          </a:prstGeom>
          <a:noFill/>
          <a:ln/>
        </p:spPr>
        <p:txBody>
          <a:bodyPr wrap="square" lIns="0" tIns="0" rIns="0" bIns="0" rtlCol="0" anchor="ctr">
            <a:normAutofit/>
          </a:bodyPr>
          <a:lstStyle/>
          <a:p>
            <a:pPr algn="ctr" indent="0" marL="0">
              <a:buNone/>
            </a:pPr>
            <a:r>
              <a:rPr lang="en-US" sz="1400" b="1" dirty="0">
                <a:solidFill>
                  <a:srgbClr val="2B1B3A"/>
                </a:solidFill>
                <a:latin typeface="Hiragino Sans" pitchFamily="34" charset="0"/>
                <a:ea typeface="Hiragino Sans" pitchFamily="34" charset="-122"/>
                <a:cs typeface="Hiragino Sans" pitchFamily="34" charset="-120"/>
              </a:rPr>
              <a:t>秘書</a:t>
            </a:r>
            <a:endParaRPr lang="en-US" sz="1400" dirty="0"/>
          </a:p>
        </p:txBody>
      </p:sp>
      <p:sp>
        <p:nvSpPr>
          <p:cNvPr id="37" name="Shape 35"/>
          <p:cNvSpPr/>
          <p:nvPr/>
        </p:nvSpPr>
        <p:spPr>
          <a:xfrm>
            <a:off x="3246120" y="4370832"/>
            <a:ext cx="2121408" cy="-393192"/>
          </a:xfrm>
          <a:prstGeom prst="line">
            <a:avLst/>
          </a:prstGeom>
          <a:noFill/>
          <a:ln w="22860">
            <a:solidFill>
              <a:srgbClr val="FFFFFF">
                <a:alpha val="85000"/>
              </a:srgbClr>
            </a:solidFill>
            <a:prstDash val="solid"/>
          </a:ln>
        </p:spPr>
      </p:sp>
      <p:sp>
        <p:nvSpPr>
          <p:cNvPr id="38" name="Shape 36"/>
          <p:cNvSpPr/>
          <p:nvPr/>
        </p:nvSpPr>
        <p:spPr>
          <a:xfrm>
            <a:off x="4892040" y="3749040"/>
            <a:ext cx="987552" cy="475488"/>
          </a:xfrm>
          <a:prstGeom prst="roundRect">
            <a:avLst>
              <a:gd name="adj" fmla="val 13462"/>
            </a:avLst>
          </a:prstGeom>
          <a:solidFill>
            <a:srgbClr val="FFFFFF"/>
          </a:solidFill>
          <a:ln w="12700">
            <a:solidFill>
              <a:srgbClr val="FFFFFF">
                <a:alpha val="0"/>
              </a:srgbClr>
            </a:solidFill>
            <a:prstDash val="solid"/>
          </a:ln>
        </p:spPr>
      </p:sp>
      <p:sp>
        <p:nvSpPr>
          <p:cNvPr id="39" name="Text 37"/>
          <p:cNvSpPr/>
          <p:nvPr/>
        </p:nvSpPr>
        <p:spPr>
          <a:xfrm>
            <a:off x="5038344" y="3867912"/>
            <a:ext cx="694944" cy="219456"/>
          </a:xfrm>
          <a:prstGeom prst="rect">
            <a:avLst/>
          </a:prstGeom>
          <a:noFill/>
          <a:ln/>
        </p:spPr>
        <p:txBody>
          <a:bodyPr wrap="square" lIns="0" tIns="0" rIns="0" bIns="0" rtlCol="0" anchor="ctr">
            <a:normAutofit/>
          </a:bodyPr>
          <a:lstStyle/>
          <a:p>
            <a:pPr algn="ctr" indent="0" marL="0">
              <a:buNone/>
            </a:pPr>
            <a:r>
              <a:rPr lang="en-US" sz="1400" b="1" dirty="0">
                <a:solidFill>
                  <a:srgbClr val="2B1B3A"/>
                </a:solidFill>
                <a:latin typeface="Hiragino Sans" pitchFamily="34" charset="0"/>
                <a:ea typeface="Hiragino Sans" pitchFamily="34" charset="-122"/>
                <a:cs typeface="Hiragino Sans" pitchFamily="34" charset="-120"/>
              </a:rPr>
              <a:t>採用</a:t>
            </a:r>
            <a:endParaRPr lang="en-US" sz="1400" dirty="0"/>
          </a:p>
        </p:txBody>
      </p:sp>
      <p:sp>
        <p:nvSpPr>
          <p:cNvPr id="40" name="Shape 38"/>
          <p:cNvSpPr/>
          <p:nvPr/>
        </p:nvSpPr>
        <p:spPr>
          <a:xfrm>
            <a:off x="3246120" y="4370832"/>
            <a:ext cx="-1627632" cy="841248"/>
          </a:xfrm>
          <a:prstGeom prst="line">
            <a:avLst/>
          </a:prstGeom>
          <a:noFill/>
          <a:ln w="22860">
            <a:solidFill>
              <a:srgbClr val="FFFFFF">
                <a:alpha val="85000"/>
              </a:srgbClr>
            </a:solidFill>
            <a:prstDash val="solid"/>
          </a:ln>
        </p:spPr>
      </p:sp>
      <p:sp>
        <p:nvSpPr>
          <p:cNvPr id="41" name="Shape 39"/>
          <p:cNvSpPr/>
          <p:nvPr/>
        </p:nvSpPr>
        <p:spPr>
          <a:xfrm>
            <a:off x="1143000" y="4983480"/>
            <a:ext cx="987552" cy="475488"/>
          </a:xfrm>
          <a:prstGeom prst="roundRect">
            <a:avLst>
              <a:gd name="adj" fmla="val 13462"/>
            </a:avLst>
          </a:prstGeom>
          <a:solidFill>
            <a:srgbClr val="FFFFFF"/>
          </a:solidFill>
          <a:ln w="12700">
            <a:solidFill>
              <a:srgbClr val="FFFFFF">
                <a:alpha val="0"/>
              </a:srgbClr>
            </a:solidFill>
            <a:prstDash val="solid"/>
          </a:ln>
        </p:spPr>
      </p:sp>
      <p:sp>
        <p:nvSpPr>
          <p:cNvPr id="42" name="Text 40"/>
          <p:cNvSpPr/>
          <p:nvPr/>
        </p:nvSpPr>
        <p:spPr>
          <a:xfrm>
            <a:off x="1289304" y="5102352"/>
            <a:ext cx="694944" cy="219456"/>
          </a:xfrm>
          <a:prstGeom prst="rect">
            <a:avLst/>
          </a:prstGeom>
          <a:noFill/>
          <a:ln/>
        </p:spPr>
        <p:txBody>
          <a:bodyPr wrap="square" lIns="0" tIns="0" rIns="0" bIns="0" rtlCol="0" anchor="ctr">
            <a:normAutofit/>
          </a:bodyPr>
          <a:lstStyle/>
          <a:p>
            <a:pPr algn="ctr" indent="0" marL="0">
              <a:buNone/>
            </a:pPr>
            <a:r>
              <a:rPr lang="en-US" sz="1400" b="1" dirty="0">
                <a:solidFill>
                  <a:srgbClr val="2B1B3A"/>
                </a:solidFill>
                <a:latin typeface="Hiragino Sans" pitchFamily="34" charset="0"/>
                <a:ea typeface="Hiragino Sans" pitchFamily="34" charset="-122"/>
                <a:cs typeface="Hiragino Sans" pitchFamily="34" charset="-120"/>
              </a:rPr>
              <a:t>CS</a:t>
            </a:r>
            <a:endParaRPr lang="en-US" sz="1400" dirty="0"/>
          </a:p>
        </p:txBody>
      </p:sp>
      <p:sp>
        <p:nvSpPr>
          <p:cNvPr id="43" name="Shape 41"/>
          <p:cNvSpPr/>
          <p:nvPr/>
        </p:nvSpPr>
        <p:spPr>
          <a:xfrm>
            <a:off x="3246120" y="4370832"/>
            <a:ext cx="2121408" cy="841248"/>
          </a:xfrm>
          <a:prstGeom prst="line">
            <a:avLst/>
          </a:prstGeom>
          <a:noFill/>
          <a:ln w="22860">
            <a:solidFill>
              <a:srgbClr val="FFFFFF">
                <a:alpha val="85000"/>
              </a:srgbClr>
            </a:solidFill>
            <a:prstDash val="solid"/>
          </a:ln>
        </p:spPr>
      </p:sp>
      <p:sp>
        <p:nvSpPr>
          <p:cNvPr id="44" name="Shape 42"/>
          <p:cNvSpPr/>
          <p:nvPr/>
        </p:nvSpPr>
        <p:spPr>
          <a:xfrm>
            <a:off x="4892040" y="4983480"/>
            <a:ext cx="987552" cy="475488"/>
          </a:xfrm>
          <a:prstGeom prst="roundRect">
            <a:avLst>
              <a:gd name="adj" fmla="val 13462"/>
            </a:avLst>
          </a:prstGeom>
          <a:solidFill>
            <a:srgbClr val="FFFFFF"/>
          </a:solidFill>
          <a:ln w="12700">
            <a:solidFill>
              <a:srgbClr val="FFFFFF">
                <a:alpha val="0"/>
              </a:srgbClr>
            </a:solidFill>
            <a:prstDash val="solid"/>
          </a:ln>
        </p:spPr>
      </p:sp>
      <p:sp>
        <p:nvSpPr>
          <p:cNvPr id="45" name="Text 43"/>
          <p:cNvSpPr/>
          <p:nvPr/>
        </p:nvSpPr>
        <p:spPr>
          <a:xfrm>
            <a:off x="5038344" y="5102352"/>
            <a:ext cx="694944" cy="219456"/>
          </a:xfrm>
          <a:prstGeom prst="rect">
            <a:avLst/>
          </a:prstGeom>
          <a:noFill/>
          <a:ln/>
        </p:spPr>
        <p:txBody>
          <a:bodyPr wrap="square" lIns="0" tIns="0" rIns="0" bIns="0" rtlCol="0" anchor="ctr">
            <a:normAutofit/>
          </a:bodyPr>
          <a:lstStyle/>
          <a:p>
            <a:pPr algn="ctr" indent="0" marL="0">
              <a:buNone/>
            </a:pPr>
            <a:r>
              <a:rPr lang="en-US" sz="1400" b="1" dirty="0">
                <a:solidFill>
                  <a:srgbClr val="2B1B3A"/>
                </a:solidFill>
                <a:latin typeface="Hiragino Sans" pitchFamily="34" charset="0"/>
                <a:ea typeface="Hiragino Sans" pitchFamily="34" charset="-122"/>
                <a:cs typeface="Hiragino Sans" pitchFamily="34" charset="-120"/>
              </a:rPr>
              <a:t>リサーチ</a:t>
            </a:r>
            <a:endParaRPr lang="en-US" sz="1400" dirty="0"/>
          </a:p>
        </p:txBody>
      </p:sp>
      <p:sp>
        <p:nvSpPr>
          <p:cNvPr id="46" name="Shape 44"/>
          <p:cNvSpPr/>
          <p:nvPr/>
        </p:nvSpPr>
        <p:spPr>
          <a:xfrm>
            <a:off x="8321040" y="960120"/>
            <a:ext cx="3429000" cy="3429000"/>
          </a:xfrm>
          <a:prstGeom prst="ellipse">
            <a:avLst/>
          </a:prstGeom>
          <a:solidFill>
            <a:srgbClr val="FFE083">
              <a:alpha val="37000"/>
            </a:srgbClr>
          </a:solidFill>
          <a:ln w="12700">
            <a:solidFill>
              <a:srgbClr val="FFE083">
                <a:alpha val="0"/>
              </a:srgbClr>
            </a:solidFill>
            <a:prstDash val="solid"/>
          </a:ln>
        </p:spPr>
      </p:sp>
      <p:sp>
        <p:nvSpPr>
          <p:cNvPr id="47" name="Shape 45"/>
          <p:cNvSpPr/>
          <p:nvPr/>
        </p:nvSpPr>
        <p:spPr>
          <a:xfrm>
            <a:off x="8823960" y="1325880"/>
            <a:ext cx="621792" cy="621792"/>
          </a:xfrm>
          <a:prstGeom prst="ellipse">
            <a:avLst/>
          </a:prstGeom>
          <a:solidFill>
            <a:srgbClr val="2A1D36"/>
          </a:solidFill>
          <a:ln w="12700">
            <a:solidFill>
              <a:srgbClr val="2A1D36">
                <a:alpha val="0"/>
              </a:srgbClr>
            </a:solidFill>
            <a:prstDash val="solid"/>
          </a:ln>
        </p:spPr>
      </p:sp>
      <p:sp>
        <p:nvSpPr>
          <p:cNvPr id="48" name="Shape 46"/>
          <p:cNvSpPr/>
          <p:nvPr/>
        </p:nvSpPr>
        <p:spPr>
          <a:xfrm rot="1080000">
            <a:off x="8577072" y="1115568"/>
            <a:ext cx="1005840" cy="731520"/>
          </a:xfrm>
          <a:prstGeom prst="arc">
            <a:avLst/>
          </a:prstGeom>
          <a:solidFill>
            <a:srgbClr val="191121">
              <a:alpha val="0"/>
            </a:srgbClr>
          </a:solidFill>
          <a:ln w="76200">
            <a:solidFill>
              <a:srgbClr val="191121"/>
            </a:solidFill>
            <a:prstDash val="solid"/>
          </a:ln>
        </p:spPr>
      </p:sp>
      <p:sp>
        <p:nvSpPr>
          <p:cNvPr id="49" name="Shape 47"/>
          <p:cNvSpPr/>
          <p:nvPr/>
        </p:nvSpPr>
        <p:spPr>
          <a:xfrm rot="5400000">
            <a:off x="8549640" y="1993392"/>
            <a:ext cx="1325880" cy="1417320"/>
          </a:xfrm>
          <a:prstGeom prst="chevron">
            <a:avLst/>
          </a:prstGeom>
          <a:solidFill>
            <a:srgbClr val="24214C"/>
          </a:solidFill>
          <a:ln w="12700">
            <a:solidFill>
              <a:srgbClr val="24214C">
                <a:alpha val="0"/>
              </a:srgbClr>
            </a:solidFill>
            <a:prstDash val="solid"/>
          </a:ln>
        </p:spPr>
      </p:sp>
      <p:sp>
        <p:nvSpPr>
          <p:cNvPr id="50" name="Shape 48"/>
          <p:cNvSpPr/>
          <p:nvPr/>
        </p:nvSpPr>
        <p:spPr>
          <a:xfrm>
            <a:off x="9646920" y="2926080"/>
            <a:ext cx="1417320" cy="822960"/>
          </a:xfrm>
          <a:prstGeom prst="rect">
            <a:avLst/>
          </a:prstGeom>
          <a:solidFill>
            <a:srgbClr val="EFEAF7"/>
          </a:solidFill>
          <a:ln w="12700">
            <a:solidFill>
              <a:srgbClr val="D3C4E8"/>
            </a:solidFill>
            <a:prstDash val="solid"/>
          </a:ln>
        </p:spPr>
      </p:sp>
      <p:sp>
        <p:nvSpPr>
          <p:cNvPr id="51" name="Shape 49"/>
          <p:cNvSpPr/>
          <p:nvPr/>
        </p:nvSpPr>
        <p:spPr>
          <a:xfrm>
            <a:off x="9464040" y="3767328"/>
            <a:ext cx="1965960" cy="146304"/>
          </a:xfrm>
          <a:prstGeom prst="rect">
            <a:avLst/>
          </a:prstGeom>
          <a:solidFill>
            <a:srgbClr val="BFC0D6"/>
          </a:solidFill>
          <a:ln w="12700">
            <a:solidFill>
              <a:srgbClr val="BFC0D6">
                <a:alpha val="0"/>
              </a:srgbClr>
            </a:solidFill>
            <a:prstDash val="solid"/>
          </a:ln>
        </p:spPr>
      </p:sp>
      <p:sp>
        <p:nvSpPr>
          <p:cNvPr id="52" name="Text 50"/>
          <p:cNvSpPr/>
          <p:nvPr/>
        </p:nvSpPr>
        <p:spPr>
          <a:xfrm>
            <a:off x="8229600" y="868680"/>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3" name="Text 51"/>
          <p:cNvSpPr/>
          <p:nvPr/>
        </p:nvSpPr>
        <p:spPr>
          <a:xfrm rot="420000">
            <a:off x="8567928" y="1353312"/>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4" name="Text 52"/>
          <p:cNvSpPr/>
          <p:nvPr/>
        </p:nvSpPr>
        <p:spPr>
          <a:xfrm rot="840000">
            <a:off x="8906256" y="1837944"/>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5" name="Text 53"/>
          <p:cNvSpPr/>
          <p:nvPr/>
        </p:nvSpPr>
        <p:spPr>
          <a:xfrm rot="1260000">
            <a:off x="9244584" y="2322576"/>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6" name="Text 54"/>
          <p:cNvSpPr/>
          <p:nvPr/>
        </p:nvSpPr>
        <p:spPr>
          <a:xfrm rot="1680000">
            <a:off x="9582912" y="2807208"/>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7" name="Text 55"/>
          <p:cNvSpPr/>
          <p:nvPr/>
        </p:nvSpPr>
        <p:spPr>
          <a:xfrm rot="2100000">
            <a:off x="9921240" y="3291840"/>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8" name="Text 56"/>
          <p:cNvSpPr/>
          <p:nvPr/>
        </p:nvSpPr>
        <p:spPr>
          <a:xfrm rot="2520000">
            <a:off x="10259568" y="3776472"/>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9" name="Text 57"/>
          <p:cNvSpPr/>
          <p:nvPr/>
        </p:nvSpPr>
        <p:spPr>
          <a:xfrm rot="2940000">
            <a:off x="10597896" y="4261104"/>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60" name="Text 58"/>
          <p:cNvSpPr/>
          <p:nvPr/>
        </p:nvSpPr>
        <p:spPr>
          <a:xfrm rot="3360000">
            <a:off x="10936224" y="1179576"/>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61" name="Text 59"/>
          <p:cNvSpPr/>
          <p:nvPr/>
        </p:nvSpPr>
        <p:spPr>
          <a:xfrm rot="3780000">
            <a:off x="11274552" y="1664208"/>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62" name="Text 60"/>
          <p:cNvSpPr/>
          <p:nvPr/>
        </p:nvSpPr>
        <p:spPr>
          <a:xfrm rot="4200000">
            <a:off x="8412480" y="2148840"/>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63" name="Text 61"/>
          <p:cNvSpPr/>
          <p:nvPr/>
        </p:nvSpPr>
        <p:spPr>
          <a:xfrm rot="4620000">
            <a:off x="8750808" y="2633472"/>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64" name="Text 62"/>
          <p:cNvSpPr/>
          <p:nvPr/>
        </p:nvSpPr>
        <p:spPr>
          <a:xfrm rot="5040000">
            <a:off x="9089136" y="3118104"/>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65" name="Text 63"/>
          <p:cNvSpPr/>
          <p:nvPr/>
        </p:nvSpPr>
        <p:spPr>
          <a:xfrm rot="5460000">
            <a:off x="9427464" y="3602736"/>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66" name="Text 64"/>
          <p:cNvSpPr/>
          <p:nvPr/>
        </p:nvSpPr>
        <p:spPr>
          <a:xfrm>
            <a:off x="530352" y="6473952"/>
            <a:ext cx="4023360" cy="164592"/>
          </a:xfrm>
          <a:prstGeom prst="rect">
            <a:avLst/>
          </a:prstGeom>
          <a:noFill/>
          <a:ln/>
        </p:spPr>
        <p:txBody>
          <a:bodyPr wrap="square" rtlCol="0" anchor="ctr"/>
          <a:lstStyle/>
          <a:p>
            <a:pPr indent="0" marL="0">
              <a:buNone/>
            </a:pPr>
            <a:r>
              <a:rPr lang="en-US" sz="800" dirty="0">
                <a:solidFill>
                  <a:srgbClr val="FBD7FF"/>
                </a:solidFill>
                <a:latin typeface="Avenir Next" pitchFamily="34" charset="0"/>
                <a:ea typeface="Avenir Next" pitchFamily="34" charset="-122"/>
                <a:cs typeface="Avenir Next" pitchFamily="34" charset="-120"/>
              </a:rPr>
              <a:t>ELITE Plan / Agent Customization Program</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9D3F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5C1FA"/>
          </a:solidFill>
          <a:ln w="12700">
            <a:solidFill>
              <a:srgbClr val="F5C1FA"/>
            </a:solidFill>
            <a:prstDash val="solid"/>
          </a:ln>
        </p:spPr>
      </p:sp>
      <p:sp>
        <p:nvSpPr>
          <p:cNvPr id="3" name="Shape 1"/>
          <p:cNvSpPr/>
          <p:nvPr/>
        </p:nvSpPr>
        <p:spPr>
          <a:xfrm>
            <a:off x="0" y="0"/>
            <a:ext cx="12191695" cy="6858000"/>
          </a:xfrm>
          <a:prstGeom prst="rect">
            <a:avLst/>
          </a:prstGeom>
          <a:solidFill>
            <a:srgbClr val="7B18D8">
              <a:alpha val="48000"/>
            </a:srgbClr>
          </a:solidFill>
          <a:ln w="12700">
            <a:solidFill>
              <a:srgbClr val="7B18D8">
                <a:alpha val="0"/>
              </a:srgbClr>
            </a:solidFill>
            <a:prstDash val="solid"/>
          </a:ln>
        </p:spPr>
      </p:sp>
      <p:sp>
        <p:nvSpPr>
          <p:cNvPr id="4" name="Shape 2"/>
          <p:cNvSpPr/>
          <p:nvPr/>
        </p:nvSpPr>
        <p:spPr>
          <a:xfrm rot="20880000">
            <a:off x="-1463040" y="-731520"/>
            <a:ext cx="8412480" cy="4754880"/>
          </a:xfrm>
          <a:prstGeom prst="arc">
            <a:avLst/>
          </a:prstGeom>
          <a:solidFill>
            <a:srgbClr val="FFFFFF">
              <a:alpha val="0"/>
            </a:srgbClr>
          </a:solidFill>
          <a:ln w="27940">
            <a:solidFill>
              <a:srgbClr val="FFFFFF">
                <a:alpha val="46000"/>
              </a:srgbClr>
            </a:solidFill>
            <a:prstDash val="solid"/>
          </a:ln>
        </p:spPr>
      </p:sp>
      <p:sp>
        <p:nvSpPr>
          <p:cNvPr id="5" name="Shape 3"/>
          <p:cNvSpPr/>
          <p:nvPr/>
        </p:nvSpPr>
        <p:spPr>
          <a:xfrm rot="720000">
            <a:off x="2926080" y="182880"/>
            <a:ext cx="8046720" cy="4572000"/>
          </a:xfrm>
          <a:prstGeom prst="arc">
            <a:avLst/>
          </a:prstGeom>
          <a:solidFill>
            <a:srgbClr val="FFFFFF">
              <a:alpha val="0"/>
            </a:srgbClr>
          </a:solidFill>
          <a:ln w="17780">
            <a:solidFill>
              <a:srgbClr val="FFFFFF">
                <a:alpha val="32000"/>
              </a:srgbClr>
            </a:solidFill>
            <a:prstDash val="solid"/>
          </a:ln>
        </p:spPr>
      </p:sp>
      <p:sp>
        <p:nvSpPr>
          <p:cNvPr id="6" name="Shape 4"/>
          <p:cNvSpPr/>
          <p:nvPr/>
        </p:nvSpPr>
        <p:spPr>
          <a:xfrm>
            <a:off x="1316736" y="1755648"/>
            <a:ext cx="73152" cy="73152"/>
          </a:xfrm>
          <a:prstGeom prst="ellipse">
            <a:avLst/>
          </a:prstGeom>
          <a:solidFill>
            <a:srgbClr val="FFE083">
              <a:alpha val="80000"/>
            </a:srgbClr>
          </a:solidFill>
          <a:ln w="12700">
            <a:solidFill>
              <a:srgbClr val="FFE083">
                <a:alpha val="0"/>
              </a:srgbClr>
            </a:solidFill>
            <a:prstDash val="solid"/>
          </a:ln>
        </p:spPr>
      </p:sp>
      <p:sp>
        <p:nvSpPr>
          <p:cNvPr id="7" name="Shape 5"/>
          <p:cNvSpPr/>
          <p:nvPr/>
        </p:nvSpPr>
        <p:spPr>
          <a:xfrm>
            <a:off x="2075688" y="3008376"/>
            <a:ext cx="36576" cy="36576"/>
          </a:xfrm>
          <a:prstGeom prst="ellipse">
            <a:avLst/>
          </a:prstGeom>
          <a:solidFill>
            <a:srgbClr val="FFFFFF">
              <a:alpha val="68000"/>
            </a:srgbClr>
          </a:solidFill>
          <a:ln w="12700">
            <a:solidFill>
              <a:srgbClr val="FFFFFF">
                <a:alpha val="0"/>
              </a:srgbClr>
            </a:solidFill>
            <a:prstDash val="solid"/>
          </a:ln>
        </p:spPr>
      </p:sp>
      <p:sp>
        <p:nvSpPr>
          <p:cNvPr id="8" name="Shape 6"/>
          <p:cNvSpPr/>
          <p:nvPr/>
        </p:nvSpPr>
        <p:spPr>
          <a:xfrm>
            <a:off x="2834640" y="4261104"/>
            <a:ext cx="36576" cy="36576"/>
          </a:xfrm>
          <a:prstGeom prst="ellipse">
            <a:avLst/>
          </a:prstGeom>
          <a:solidFill>
            <a:srgbClr val="FFFFFF">
              <a:alpha val="68000"/>
            </a:srgbClr>
          </a:solidFill>
          <a:ln w="12700">
            <a:solidFill>
              <a:srgbClr val="FFFFFF">
                <a:alpha val="0"/>
              </a:srgbClr>
            </a:solidFill>
            <a:prstDash val="solid"/>
          </a:ln>
        </p:spPr>
      </p:sp>
      <p:sp>
        <p:nvSpPr>
          <p:cNvPr id="9" name="Shape 7"/>
          <p:cNvSpPr/>
          <p:nvPr/>
        </p:nvSpPr>
        <p:spPr>
          <a:xfrm>
            <a:off x="3593592" y="5513832"/>
            <a:ext cx="36576" cy="36576"/>
          </a:xfrm>
          <a:prstGeom prst="ellipse">
            <a:avLst/>
          </a:prstGeom>
          <a:solidFill>
            <a:srgbClr val="FFE083">
              <a:alpha val="80000"/>
            </a:srgbClr>
          </a:solidFill>
          <a:ln w="12700">
            <a:solidFill>
              <a:srgbClr val="FFE083">
                <a:alpha val="0"/>
              </a:srgbClr>
            </a:solidFill>
            <a:prstDash val="solid"/>
          </a:ln>
        </p:spPr>
      </p:sp>
      <p:sp>
        <p:nvSpPr>
          <p:cNvPr id="10" name="Shape 8"/>
          <p:cNvSpPr/>
          <p:nvPr/>
        </p:nvSpPr>
        <p:spPr>
          <a:xfrm>
            <a:off x="4352544" y="1097280"/>
            <a:ext cx="73152" cy="73152"/>
          </a:xfrm>
          <a:prstGeom prst="ellipse">
            <a:avLst/>
          </a:prstGeom>
          <a:solidFill>
            <a:srgbClr val="FFFFFF">
              <a:alpha val="68000"/>
            </a:srgbClr>
          </a:solidFill>
          <a:ln w="12700">
            <a:solidFill>
              <a:srgbClr val="FFFFFF">
                <a:alpha val="0"/>
              </a:srgbClr>
            </a:solidFill>
            <a:prstDash val="solid"/>
          </a:ln>
        </p:spPr>
      </p:sp>
      <p:sp>
        <p:nvSpPr>
          <p:cNvPr id="11" name="Shape 9"/>
          <p:cNvSpPr/>
          <p:nvPr/>
        </p:nvSpPr>
        <p:spPr>
          <a:xfrm>
            <a:off x="5111496" y="2350008"/>
            <a:ext cx="36576" cy="36576"/>
          </a:xfrm>
          <a:prstGeom prst="ellipse">
            <a:avLst/>
          </a:prstGeom>
          <a:solidFill>
            <a:srgbClr val="FFFFFF">
              <a:alpha val="68000"/>
            </a:srgbClr>
          </a:solidFill>
          <a:ln w="12700">
            <a:solidFill>
              <a:srgbClr val="FFFFFF">
                <a:alpha val="0"/>
              </a:srgbClr>
            </a:solidFill>
            <a:prstDash val="solid"/>
          </a:ln>
        </p:spPr>
      </p:sp>
      <p:sp>
        <p:nvSpPr>
          <p:cNvPr id="12" name="Shape 10"/>
          <p:cNvSpPr/>
          <p:nvPr/>
        </p:nvSpPr>
        <p:spPr>
          <a:xfrm>
            <a:off x="5870448" y="3602736"/>
            <a:ext cx="36576" cy="36576"/>
          </a:xfrm>
          <a:prstGeom prst="ellipse">
            <a:avLst/>
          </a:prstGeom>
          <a:solidFill>
            <a:srgbClr val="FFE083">
              <a:alpha val="80000"/>
            </a:srgbClr>
          </a:solidFill>
          <a:ln w="12700">
            <a:solidFill>
              <a:srgbClr val="FFE083">
                <a:alpha val="0"/>
              </a:srgbClr>
            </a:solidFill>
            <a:prstDash val="solid"/>
          </a:ln>
        </p:spPr>
      </p:sp>
      <p:sp>
        <p:nvSpPr>
          <p:cNvPr id="13" name="Shape 11"/>
          <p:cNvSpPr/>
          <p:nvPr/>
        </p:nvSpPr>
        <p:spPr>
          <a:xfrm>
            <a:off x="6629400" y="4855464"/>
            <a:ext cx="36576" cy="36576"/>
          </a:xfrm>
          <a:prstGeom prst="ellipse">
            <a:avLst/>
          </a:prstGeom>
          <a:solidFill>
            <a:srgbClr val="FFFFFF">
              <a:alpha val="68000"/>
            </a:srgbClr>
          </a:solidFill>
          <a:ln w="12700">
            <a:solidFill>
              <a:srgbClr val="FFFFFF">
                <a:alpha val="0"/>
              </a:srgbClr>
            </a:solidFill>
            <a:prstDash val="solid"/>
          </a:ln>
        </p:spPr>
      </p:sp>
      <p:sp>
        <p:nvSpPr>
          <p:cNvPr id="14" name="Shape 12"/>
          <p:cNvSpPr/>
          <p:nvPr/>
        </p:nvSpPr>
        <p:spPr>
          <a:xfrm>
            <a:off x="7388352" y="438912"/>
            <a:ext cx="73152" cy="73152"/>
          </a:xfrm>
          <a:prstGeom prst="ellipse">
            <a:avLst/>
          </a:prstGeom>
          <a:solidFill>
            <a:srgbClr val="FFFFFF">
              <a:alpha val="68000"/>
            </a:srgbClr>
          </a:solidFill>
          <a:ln w="12700">
            <a:solidFill>
              <a:srgbClr val="FFFFFF">
                <a:alpha val="0"/>
              </a:srgbClr>
            </a:solidFill>
            <a:prstDash val="solid"/>
          </a:ln>
        </p:spPr>
      </p:sp>
      <p:sp>
        <p:nvSpPr>
          <p:cNvPr id="15" name="Shape 13"/>
          <p:cNvSpPr/>
          <p:nvPr/>
        </p:nvSpPr>
        <p:spPr>
          <a:xfrm>
            <a:off x="8147304" y="1691640"/>
            <a:ext cx="36576" cy="36576"/>
          </a:xfrm>
          <a:prstGeom prst="ellipse">
            <a:avLst/>
          </a:prstGeom>
          <a:solidFill>
            <a:srgbClr val="FFE083">
              <a:alpha val="80000"/>
            </a:srgbClr>
          </a:solidFill>
          <a:ln w="12700">
            <a:solidFill>
              <a:srgbClr val="FFE083">
                <a:alpha val="0"/>
              </a:srgbClr>
            </a:solidFill>
            <a:prstDash val="solid"/>
          </a:ln>
        </p:spPr>
      </p:sp>
      <p:sp>
        <p:nvSpPr>
          <p:cNvPr id="16" name="Shape 14"/>
          <p:cNvSpPr/>
          <p:nvPr/>
        </p:nvSpPr>
        <p:spPr>
          <a:xfrm>
            <a:off x="8906256" y="2944368"/>
            <a:ext cx="36576" cy="36576"/>
          </a:xfrm>
          <a:prstGeom prst="ellipse">
            <a:avLst/>
          </a:prstGeom>
          <a:solidFill>
            <a:srgbClr val="FFFFFF">
              <a:alpha val="68000"/>
            </a:srgbClr>
          </a:solidFill>
          <a:ln w="12700">
            <a:solidFill>
              <a:srgbClr val="FFFFFF">
                <a:alpha val="0"/>
              </a:srgbClr>
            </a:solidFill>
            <a:prstDash val="solid"/>
          </a:ln>
        </p:spPr>
      </p:sp>
      <p:sp>
        <p:nvSpPr>
          <p:cNvPr id="17" name="Shape 15"/>
          <p:cNvSpPr/>
          <p:nvPr/>
        </p:nvSpPr>
        <p:spPr>
          <a:xfrm>
            <a:off x="9665208" y="4197096"/>
            <a:ext cx="36576" cy="36576"/>
          </a:xfrm>
          <a:prstGeom prst="ellipse">
            <a:avLst/>
          </a:prstGeom>
          <a:solidFill>
            <a:srgbClr val="FFFFFF">
              <a:alpha val="68000"/>
            </a:srgbClr>
          </a:solidFill>
          <a:ln w="12700">
            <a:solidFill>
              <a:srgbClr val="FFFFFF">
                <a:alpha val="0"/>
              </a:srgbClr>
            </a:solidFill>
            <a:prstDash val="solid"/>
          </a:ln>
        </p:spPr>
      </p:sp>
      <p:sp>
        <p:nvSpPr>
          <p:cNvPr id="18" name="Shape 16"/>
          <p:cNvSpPr/>
          <p:nvPr/>
        </p:nvSpPr>
        <p:spPr>
          <a:xfrm>
            <a:off x="10424160" y="5449824"/>
            <a:ext cx="73152" cy="73152"/>
          </a:xfrm>
          <a:prstGeom prst="ellipse">
            <a:avLst/>
          </a:prstGeom>
          <a:solidFill>
            <a:srgbClr val="FFE083">
              <a:alpha val="80000"/>
            </a:srgbClr>
          </a:solidFill>
          <a:ln w="12700">
            <a:solidFill>
              <a:srgbClr val="FFE083">
                <a:alpha val="0"/>
              </a:srgbClr>
            </a:solidFill>
            <a:prstDash val="solid"/>
          </a:ln>
        </p:spPr>
      </p:sp>
      <p:sp>
        <p:nvSpPr>
          <p:cNvPr id="19" name="Shape 17"/>
          <p:cNvSpPr/>
          <p:nvPr/>
        </p:nvSpPr>
        <p:spPr>
          <a:xfrm>
            <a:off x="667512" y="1033272"/>
            <a:ext cx="36576" cy="36576"/>
          </a:xfrm>
          <a:prstGeom prst="ellipse">
            <a:avLst/>
          </a:prstGeom>
          <a:solidFill>
            <a:srgbClr val="FFFFFF">
              <a:alpha val="68000"/>
            </a:srgbClr>
          </a:solidFill>
          <a:ln w="12700">
            <a:solidFill>
              <a:srgbClr val="FFFFFF">
                <a:alpha val="0"/>
              </a:srgbClr>
            </a:solidFill>
            <a:prstDash val="solid"/>
          </a:ln>
        </p:spPr>
      </p:sp>
      <p:sp>
        <p:nvSpPr>
          <p:cNvPr id="20" name="Shape 18"/>
          <p:cNvSpPr/>
          <p:nvPr/>
        </p:nvSpPr>
        <p:spPr>
          <a:xfrm>
            <a:off x="1426464" y="2286000"/>
            <a:ext cx="36576" cy="36576"/>
          </a:xfrm>
          <a:prstGeom prst="ellipse">
            <a:avLst/>
          </a:prstGeom>
          <a:solidFill>
            <a:srgbClr val="FFFFFF">
              <a:alpha val="68000"/>
            </a:srgbClr>
          </a:solidFill>
          <a:ln w="12700">
            <a:solidFill>
              <a:srgbClr val="FFFFFF">
                <a:alpha val="0"/>
              </a:srgbClr>
            </a:solidFill>
            <a:prstDash val="solid"/>
          </a:ln>
        </p:spPr>
      </p:sp>
      <p:sp>
        <p:nvSpPr>
          <p:cNvPr id="21" name="Shape 19"/>
          <p:cNvSpPr/>
          <p:nvPr/>
        </p:nvSpPr>
        <p:spPr>
          <a:xfrm>
            <a:off x="2185416" y="3538728"/>
            <a:ext cx="36576" cy="36576"/>
          </a:xfrm>
          <a:prstGeom prst="ellipse">
            <a:avLst/>
          </a:prstGeom>
          <a:solidFill>
            <a:srgbClr val="FFE083">
              <a:alpha val="80000"/>
            </a:srgbClr>
          </a:solidFill>
          <a:ln w="12700">
            <a:solidFill>
              <a:srgbClr val="FFE083">
                <a:alpha val="0"/>
              </a:srgbClr>
            </a:solidFill>
            <a:prstDash val="solid"/>
          </a:ln>
        </p:spPr>
      </p:sp>
      <p:sp>
        <p:nvSpPr>
          <p:cNvPr id="22" name="Shape 20"/>
          <p:cNvSpPr/>
          <p:nvPr/>
        </p:nvSpPr>
        <p:spPr>
          <a:xfrm>
            <a:off x="2944368" y="4791456"/>
            <a:ext cx="73152" cy="73152"/>
          </a:xfrm>
          <a:prstGeom prst="ellipse">
            <a:avLst/>
          </a:prstGeom>
          <a:solidFill>
            <a:srgbClr val="FFFFFF">
              <a:alpha val="68000"/>
            </a:srgbClr>
          </a:solidFill>
          <a:ln w="12700">
            <a:solidFill>
              <a:srgbClr val="FFFFFF">
                <a:alpha val="0"/>
              </a:srgbClr>
            </a:solidFill>
            <a:prstDash val="solid"/>
          </a:ln>
        </p:spPr>
      </p:sp>
      <p:sp>
        <p:nvSpPr>
          <p:cNvPr id="23" name="Shape 21"/>
          <p:cNvSpPr/>
          <p:nvPr/>
        </p:nvSpPr>
        <p:spPr>
          <a:xfrm>
            <a:off x="3703320" y="374904"/>
            <a:ext cx="36576" cy="36576"/>
          </a:xfrm>
          <a:prstGeom prst="ellipse">
            <a:avLst/>
          </a:prstGeom>
          <a:solidFill>
            <a:srgbClr val="FFFFFF">
              <a:alpha val="68000"/>
            </a:srgbClr>
          </a:solidFill>
          <a:ln w="12700">
            <a:solidFill>
              <a:srgbClr val="FFFFFF">
                <a:alpha val="0"/>
              </a:srgbClr>
            </a:solidFill>
            <a:prstDash val="solid"/>
          </a:ln>
        </p:spPr>
      </p:sp>
      <p:sp>
        <p:nvSpPr>
          <p:cNvPr id="24" name="Shape 22"/>
          <p:cNvSpPr/>
          <p:nvPr/>
        </p:nvSpPr>
        <p:spPr>
          <a:xfrm>
            <a:off x="0" y="6364224"/>
            <a:ext cx="12191695" cy="493776"/>
          </a:xfrm>
          <a:prstGeom prst="rect">
            <a:avLst/>
          </a:prstGeom>
          <a:solidFill>
            <a:srgbClr val="33004F">
              <a:alpha val="88000"/>
            </a:srgbClr>
          </a:solidFill>
          <a:ln w="12700">
            <a:solidFill>
              <a:srgbClr val="33004F">
                <a:alpha val="0"/>
              </a:srgbClr>
            </a:solidFill>
            <a:prstDash val="solid"/>
          </a:ln>
        </p:spPr>
      </p:sp>
      <p:sp>
        <p:nvSpPr>
          <p:cNvPr id="25" name="Shape 23"/>
          <p:cNvSpPr/>
          <p:nvPr/>
        </p:nvSpPr>
        <p:spPr>
          <a:xfrm>
            <a:off x="502920" y="384048"/>
            <a:ext cx="4526280" cy="530352"/>
          </a:xfrm>
          <a:prstGeom prst="rect">
            <a:avLst/>
          </a:prstGeom>
          <a:solidFill>
            <a:srgbClr val="FFFFFF">
              <a:alpha val="96000"/>
            </a:srgbClr>
          </a:solidFill>
          <a:ln w="12700">
            <a:solidFill>
              <a:srgbClr val="FFFFFF">
                <a:alpha val="0"/>
              </a:srgbClr>
            </a:solidFill>
            <a:prstDash val="solid"/>
          </a:ln>
        </p:spPr>
      </p:sp>
      <p:sp>
        <p:nvSpPr>
          <p:cNvPr id="26" name="Text 24"/>
          <p:cNvSpPr/>
          <p:nvPr/>
        </p:nvSpPr>
        <p:spPr>
          <a:xfrm>
            <a:off x="658368" y="484632"/>
            <a:ext cx="4160520" cy="256032"/>
          </a:xfrm>
          <a:prstGeom prst="rect">
            <a:avLst/>
          </a:prstGeom>
          <a:noFill/>
          <a:ln/>
        </p:spPr>
        <p:txBody>
          <a:bodyPr wrap="square" rtlCol="0" anchor="ctr">
            <a:normAutofit/>
          </a:bodyPr>
          <a:lstStyle/>
          <a:p>
            <a:pPr indent="0" marL="0">
              <a:buNone/>
            </a:pPr>
            <a:r>
              <a:rPr lang="en-US" sz="1600" b="1" dirty="0">
                <a:solidFill>
                  <a:srgbClr val="E8005A"/>
                </a:solidFill>
                <a:latin typeface="Hiragino Sans" pitchFamily="34" charset="0"/>
                <a:ea typeface="Hiragino Sans" pitchFamily="34" charset="-122"/>
                <a:cs typeface="Hiragino Sans" pitchFamily="34" charset="-120"/>
              </a:rPr>
              <a:t>ELITE プラン 特別ページ  /  05</a:t>
            </a:r>
            <a:endParaRPr lang="en-US" sz="1600" dirty="0"/>
          </a:p>
        </p:txBody>
      </p:sp>
      <p:sp>
        <p:nvSpPr>
          <p:cNvPr id="27" name="Shape 25"/>
          <p:cNvSpPr/>
          <p:nvPr/>
        </p:nvSpPr>
        <p:spPr>
          <a:xfrm>
            <a:off x="502920" y="1143000"/>
            <a:ext cx="6995160" cy="822960"/>
          </a:xfrm>
          <a:prstGeom prst="rect">
            <a:avLst/>
          </a:prstGeom>
          <a:solidFill>
            <a:srgbClr val="E8005A"/>
          </a:solidFill>
          <a:ln w="12700">
            <a:solidFill>
              <a:srgbClr val="E8005A">
                <a:alpha val="0"/>
              </a:srgbClr>
            </a:solidFill>
            <a:prstDash val="solid"/>
          </a:ln>
        </p:spPr>
      </p:sp>
      <p:sp>
        <p:nvSpPr>
          <p:cNvPr id="28" name="Shape 26"/>
          <p:cNvSpPr/>
          <p:nvPr/>
        </p:nvSpPr>
        <p:spPr>
          <a:xfrm>
            <a:off x="6903720" y="1143000"/>
            <a:ext cx="1737360" cy="822960"/>
          </a:xfrm>
          <a:prstGeom prst="rect">
            <a:avLst/>
          </a:prstGeom>
          <a:solidFill>
            <a:srgbClr val="B00083"/>
          </a:solidFill>
          <a:ln w="12700">
            <a:solidFill>
              <a:srgbClr val="B00083">
                <a:alpha val="0"/>
              </a:srgbClr>
            </a:solidFill>
            <a:prstDash val="solid"/>
          </a:ln>
        </p:spPr>
      </p:sp>
      <p:sp>
        <p:nvSpPr>
          <p:cNvPr id="29" name="Text 27"/>
          <p:cNvSpPr/>
          <p:nvPr/>
        </p:nvSpPr>
        <p:spPr>
          <a:xfrm>
            <a:off x="749808" y="1271016"/>
            <a:ext cx="7086600" cy="438912"/>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Hiragino Sans" pitchFamily="34" charset="0"/>
                <a:ea typeface="Hiragino Sans" pitchFamily="34" charset="-122"/>
                <a:cs typeface="Hiragino Sans" pitchFamily="34" charset="-120"/>
              </a:rPr>
              <a:t>秘書エージェント4つのカスタマイズ例</a:t>
            </a:r>
            <a:endParaRPr lang="en-US" sz="2900" dirty="0"/>
          </a:p>
        </p:txBody>
      </p:sp>
      <p:sp>
        <p:nvSpPr>
          <p:cNvPr id="30" name="Text 28"/>
          <p:cNvSpPr/>
          <p:nvPr/>
        </p:nvSpPr>
        <p:spPr>
          <a:xfrm>
            <a:off x="566928" y="2249424"/>
            <a:ext cx="4297680" cy="310896"/>
          </a:xfrm>
          <a:prstGeom prst="rect">
            <a:avLst/>
          </a:prstGeom>
          <a:noFill/>
          <a:ln/>
        </p:spPr>
        <p:txBody>
          <a:bodyPr wrap="square" rtlCol="0" anchor="ctr">
            <a:normAutofit/>
          </a:bodyPr>
          <a:lstStyle/>
          <a:p>
            <a:pPr indent="0" marL="0">
              <a:buNone/>
            </a:pPr>
            <a:r>
              <a:rPr lang="en-US" sz="1400" b="1" dirty="0">
                <a:solidFill>
                  <a:srgbClr val="E8005A"/>
                </a:solidFill>
                <a:latin typeface="Hiragino Sans" pitchFamily="34" charset="0"/>
                <a:ea typeface="Hiragino Sans" pitchFamily="34" charset="-122"/>
                <a:cs typeface="Hiragino Sans" pitchFamily="34" charset="-120"/>
              </a:rPr>
              <a:t>自分の代わりに動く状態へ</a:t>
            </a:r>
            <a:endParaRPr lang="en-US" sz="1400" dirty="0"/>
          </a:p>
        </p:txBody>
      </p:sp>
      <p:sp>
        <p:nvSpPr>
          <p:cNvPr id="31" name="Text 29"/>
          <p:cNvSpPr/>
          <p:nvPr/>
        </p:nvSpPr>
        <p:spPr>
          <a:xfrm>
            <a:off x="566928" y="2596896"/>
            <a:ext cx="6217920" cy="987552"/>
          </a:xfrm>
          <a:prstGeom prst="rect">
            <a:avLst/>
          </a:prstGeom>
          <a:noFill/>
          <a:ln/>
        </p:spPr>
        <p:txBody>
          <a:bodyPr wrap="square" rtlCol="0" anchor="ctr">
            <a:normAutofit/>
          </a:bodyPr>
          <a:lstStyle/>
          <a:p>
            <a:pPr indent="0" marL="0">
              <a:buNone/>
            </a:pPr>
            <a:r>
              <a:rPr lang="en-US" sz="2500" b="1" dirty="0">
                <a:solidFill>
                  <a:srgbClr val="2B1B3A"/>
                </a:solidFill>
                <a:latin typeface="Hiragino Sans" pitchFamily="34" charset="0"/>
                <a:ea typeface="Hiragino Sans" pitchFamily="34" charset="-122"/>
                <a:cs typeface="Hiragino Sans" pitchFamily="34" charset="-120"/>
              </a:rPr>
              <a:t>クセ・ルール・顧客情報・共有先を覚えさせる。</a:t>
            </a:r>
            <a:endParaRPr lang="en-US" sz="2500" dirty="0"/>
          </a:p>
        </p:txBody>
      </p:sp>
      <p:sp>
        <p:nvSpPr>
          <p:cNvPr id="32" name="Shape 30"/>
          <p:cNvSpPr/>
          <p:nvPr/>
        </p:nvSpPr>
        <p:spPr>
          <a:xfrm>
            <a:off x="658368" y="3657600"/>
            <a:ext cx="2286000" cy="658368"/>
          </a:xfrm>
          <a:prstGeom prst="roundRect">
            <a:avLst>
              <a:gd name="adj" fmla="val 11111"/>
            </a:avLst>
          </a:prstGeom>
          <a:solidFill>
            <a:srgbClr val="FFFFFF"/>
          </a:solidFill>
          <a:ln w="12700">
            <a:solidFill>
              <a:srgbClr val="FFFFFF">
                <a:alpha val="0"/>
              </a:srgbClr>
            </a:solidFill>
            <a:prstDash val="solid"/>
          </a:ln>
        </p:spPr>
      </p:sp>
      <p:sp>
        <p:nvSpPr>
          <p:cNvPr id="33" name="Text 31"/>
          <p:cNvSpPr/>
          <p:nvPr/>
        </p:nvSpPr>
        <p:spPr>
          <a:xfrm>
            <a:off x="804672" y="3840480"/>
            <a:ext cx="1993392" cy="219456"/>
          </a:xfrm>
          <a:prstGeom prst="rect">
            <a:avLst/>
          </a:prstGeom>
          <a:noFill/>
          <a:ln/>
        </p:spPr>
        <p:txBody>
          <a:bodyPr wrap="square" lIns="0" tIns="0" rIns="0" bIns="0" rtlCol="0" anchor="ctr">
            <a:normAutofit/>
          </a:bodyPr>
          <a:lstStyle/>
          <a:p>
            <a:pPr algn="ctr" indent="0" marL="0">
              <a:buNone/>
            </a:pPr>
            <a:r>
              <a:rPr lang="en-US" sz="1400" b="1" dirty="0">
                <a:solidFill>
                  <a:srgbClr val="E8005A"/>
                </a:solidFill>
                <a:latin typeface="Hiragino Sans" pitchFamily="34" charset="0"/>
                <a:ea typeface="Hiragino Sans" pitchFamily="34" charset="-122"/>
                <a:cs typeface="Hiragino Sans" pitchFamily="34" charset="-120"/>
              </a:rPr>
              <a:t>返信のクセを学習</a:t>
            </a:r>
            <a:endParaRPr lang="en-US" sz="1400" dirty="0"/>
          </a:p>
        </p:txBody>
      </p:sp>
      <p:sp>
        <p:nvSpPr>
          <p:cNvPr id="34" name="Shape 32"/>
          <p:cNvSpPr/>
          <p:nvPr/>
        </p:nvSpPr>
        <p:spPr>
          <a:xfrm>
            <a:off x="3246120" y="3657600"/>
            <a:ext cx="2286000" cy="658368"/>
          </a:xfrm>
          <a:prstGeom prst="roundRect">
            <a:avLst>
              <a:gd name="adj" fmla="val 11111"/>
            </a:avLst>
          </a:prstGeom>
          <a:solidFill>
            <a:srgbClr val="FFE6F3"/>
          </a:solidFill>
          <a:ln w="12700">
            <a:solidFill>
              <a:srgbClr val="FFE6F3">
                <a:alpha val="0"/>
              </a:srgbClr>
            </a:solidFill>
            <a:prstDash val="solid"/>
          </a:ln>
        </p:spPr>
      </p:sp>
      <p:sp>
        <p:nvSpPr>
          <p:cNvPr id="35" name="Text 33"/>
          <p:cNvSpPr/>
          <p:nvPr/>
        </p:nvSpPr>
        <p:spPr>
          <a:xfrm>
            <a:off x="3392424" y="3840480"/>
            <a:ext cx="1993392" cy="219456"/>
          </a:xfrm>
          <a:prstGeom prst="rect">
            <a:avLst/>
          </a:prstGeom>
          <a:noFill/>
          <a:ln/>
        </p:spPr>
        <p:txBody>
          <a:bodyPr wrap="square" lIns="0" tIns="0" rIns="0" bIns="0" rtlCol="0" anchor="ctr">
            <a:normAutofit/>
          </a:bodyPr>
          <a:lstStyle/>
          <a:p>
            <a:pPr algn="ctr" indent="0" marL="0">
              <a:buNone/>
            </a:pPr>
            <a:r>
              <a:rPr lang="en-US" sz="1400" b="1" dirty="0">
                <a:solidFill>
                  <a:srgbClr val="2B1B3A"/>
                </a:solidFill>
                <a:latin typeface="Hiragino Sans" pitchFamily="34" charset="0"/>
                <a:ea typeface="Hiragino Sans" pitchFamily="34" charset="-122"/>
                <a:cs typeface="Hiragino Sans" pitchFamily="34" charset="-120"/>
              </a:rPr>
              <a:t>会社ロゴ入り資料</a:t>
            </a:r>
            <a:endParaRPr lang="en-US" sz="1400" dirty="0"/>
          </a:p>
        </p:txBody>
      </p:sp>
      <p:sp>
        <p:nvSpPr>
          <p:cNvPr id="36" name="Shape 34"/>
          <p:cNvSpPr/>
          <p:nvPr/>
        </p:nvSpPr>
        <p:spPr>
          <a:xfrm>
            <a:off x="658368" y="4617720"/>
            <a:ext cx="2286000" cy="658368"/>
          </a:xfrm>
          <a:prstGeom prst="roundRect">
            <a:avLst>
              <a:gd name="adj" fmla="val 11111"/>
            </a:avLst>
          </a:prstGeom>
          <a:solidFill>
            <a:srgbClr val="FFFFFF"/>
          </a:solidFill>
          <a:ln w="12700">
            <a:solidFill>
              <a:srgbClr val="FFFFFF">
                <a:alpha val="0"/>
              </a:srgbClr>
            </a:solidFill>
            <a:prstDash val="solid"/>
          </a:ln>
        </p:spPr>
      </p:sp>
      <p:sp>
        <p:nvSpPr>
          <p:cNvPr id="37" name="Text 35"/>
          <p:cNvSpPr/>
          <p:nvPr/>
        </p:nvSpPr>
        <p:spPr>
          <a:xfrm>
            <a:off x="804672" y="4800600"/>
            <a:ext cx="1993392" cy="219456"/>
          </a:xfrm>
          <a:prstGeom prst="rect">
            <a:avLst/>
          </a:prstGeom>
          <a:noFill/>
          <a:ln/>
        </p:spPr>
        <p:txBody>
          <a:bodyPr wrap="square" lIns="0" tIns="0" rIns="0" bIns="0" rtlCol="0" anchor="ctr">
            <a:normAutofit/>
          </a:bodyPr>
          <a:lstStyle/>
          <a:p>
            <a:pPr algn="ctr" indent="0" marL="0">
              <a:buNone/>
            </a:pPr>
            <a:r>
              <a:rPr lang="en-US" sz="1400" b="1" dirty="0">
                <a:solidFill>
                  <a:srgbClr val="2B1B3A"/>
                </a:solidFill>
                <a:latin typeface="Hiragino Sans" pitchFamily="34" charset="0"/>
                <a:ea typeface="Hiragino Sans" pitchFamily="34" charset="-122"/>
                <a:cs typeface="Hiragino Sans" pitchFamily="34" charset="-120"/>
              </a:rPr>
              <a:t>CRM情報を反映</a:t>
            </a:r>
            <a:endParaRPr lang="en-US" sz="1400" dirty="0"/>
          </a:p>
        </p:txBody>
      </p:sp>
      <p:sp>
        <p:nvSpPr>
          <p:cNvPr id="38" name="Shape 36"/>
          <p:cNvSpPr/>
          <p:nvPr/>
        </p:nvSpPr>
        <p:spPr>
          <a:xfrm>
            <a:off x="3246120" y="4617720"/>
            <a:ext cx="2286000" cy="658368"/>
          </a:xfrm>
          <a:prstGeom prst="roundRect">
            <a:avLst>
              <a:gd name="adj" fmla="val 11111"/>
            </a:avLst>
          </a:prstGeom>
          <a:solidFill>
            <a:srgbClr val="FFE6F3"/>
          </a:solidFill>
          <a:ln w="12700">
            <a:solidFill>
              <a:srgbClr val="FFE6F3">
                <a:alpha val="0"/>
              </a:srgbClr>
            </a:solidFill>
            <a:prstDash val="solid"/>
          </a:ln>
        </p:spPr>
      </p:sp>
      <p:sp>
        <p:nvSpPr>
          <p:cNvPr id="39" name="Text 37"/>
          <p:cNvSpPr/>
          <p:nvPr/>
        </p:nvSpPr>
        <p:spPr>
          <a:xfrm>
            <a:off x="3392424" y="4800600"/>
            <a:ext cx="1993392" cy="219456"/>
          </a:xfrm>
          <a:prstGeom prst="rect">
            <a:avLst/>
          </a:prstGeom>
          <a:noFill/>
          <a:ln/>
        </p:spPr>
        <p:txBody>
          <a:bodyPr wrap="square" lIns="0" tIns="0" rIns="0" bIns="0" rtlCol="0" anchor="ctr">
            <a:normAutofit/>
          </a:bodyPr>
          <a:lstStyle/>
          <a:p>
            <a:pPr algn="ctr" indent="0" marL="0">
              <a:buNone/>
            </a:pPr>
            <a:r>
              <a:rPr lang="en-US" sz="1400" b="1" dirty="0">
                <a:solidFill>
                  <a:srgbClr val="2B1B3A"/>
                </a:solidFill>
                <a:latin typeface="Hiragino Sans" pitchFamily="34" charset="0"/>
                <a:ea typeface="Hiragino Sans" pitchFamily="34" charset="-122"/>
                <a:cs typeface="Hiragino Sans" pitchFamily="34" charset="-120"/>
              </a:rPr>
              <a:t>BCCルールを自動化</a:t>
            </a:r>
            <a:endParaRPr lang="en-US" sz="1400" dirty="0"/>
          </a:p>
        </p:txBody>
      </p:sp>
      <p:sp>
        <p:nvSpPr>
          <p:cNvPr id="40" name="Shape 38"/>
          <p:cNvSpPr/>
          <p:nvPr/>
        </p:nvSpPr>
        <p:spPr>
          <a:xfrm>
            <a:off x="8321040" y="960120"/>
            <a:ext cx="3429000" cy="3429000"/>
          </a:xfrm>
          <a:prstGeom prst="ellipse">
            <a:avLst/>
          </a:prstGeom>
          <a:solidFill>
            <a:srgbClr val="FFE083">
              <a:alpha val="37000"/>
            </a:srgbClr>
          </a:solidFill>
          <a:ln w="12700">
            <a:solidFill>
              <a:srgbClr val="FFE083">
                <a:alpha val="0"/>
              </a:srgbClr>
            </a:solidFill>
            <a:prstDash val="solid"/>
          </a:ln>
        </p:spPr>
      </p:sp>
      <p:sp>
        <p:nvSpPr>
          <p:cNvPr id="41" name="Shape 39"/>
          <p:cNvSpPr/>
          <p:nvPr/>
        </p:nvSpPr>
        <p:spPr>
          <a:xfrm>
            <a:off x="8823960" y="1325880"/>
            <a:ext cx="621792" cy="621792"/>
          </a:xfrm>
          <a:prstGeom prst="ellipse">
            <a:avLst/>
          </a:prstGeom>
          <a:solidFill>
            <a:srgbClr val="2A1D36"/>
          </a:solidFill>
          <a:ln w="12700">
            <a:solidFill>
              <a:srgbClr val="2A1D36">
                <a:alpha val="0"/>
              </a:srgbClr>
            </a:solidFill>
            <a:prstDash val="solid"/>
          </a:ln>
        </p:spPr>
      </p:sp>
      <p:sp>
        <p:nvSpPr>
          <p:cNvPr id="42" name="Shape 40"/>
          <p:cNvSpPr/>
          <p:nvPr/>
        </p:nvSpPr>
        <p:spPr>
          <a:xfrm rot="1080000">
            <a:off x="8577072" y="1115568"/>
            <a:ext cx="1005840" cy="731520"/>
          </a:xfrm>
          <a:prstGeom prst="arc">
            <a:avLst/>
          </a:prstGeom>
          <a:solidFill>
            <a:srgbClr val="191121">
              <a:alpha val="0"/>
            </a:srgbClr>
          </a:solidFill>
          <a:ln w="76200">
            <a:solidFill>
              <a:srgbClr val="191121"/>
            </a:solidFill>
            <a:prstDash val="solid"/>
          </a:ln>
        </p:spPr>
      </p:sp>
      <p:sp>
        <p:nvSpPr>
          <p:cNvPr id="43" name="Shape 41"/>
          <p:cNvSpPr/>
          <p:nvPr/>
        </p:nvSpPr>
        <p:spPr>
          <a:xfrm rot="5400000">
            <a:off x="8549640" y="1993392"/>
            <a:ext cx="1325880" cy="1417320"/>
          </a:xfrm>
          <a:prstGeom prst="chevron">
            <a:avLst/>
          </a:prstGeom>
          <a:solidFill>
            <a:srgbClr val="24214C"/>
          </a:solidFill>
          <a:ln w="12700">
            <a:solidFill>
              <a:srgbClr val="24214C">
                <a:alpha val="0"/>
              </a:srgbClr>
            </a:solidFill>
            <a:prstDash val="solid"/>
          </a:ln>
        </p:spPr>
      </p:sp>
      <p:sp>
        <p:nvSpPr>
          <p:cNvPr id="44" name="Shape 42"/>
          <p:cNvSpPr/>
          <p:nvPr/>
        </p:nvSpPr>
        <p:spPr>
          <a:xfrm>
            <a:off x="9646920" y="2926080"/>
            <a:ext cx="1417320" cy="822960"/>
          </a:xfrm>
          <a:prstGeom prst="rect">
            <a:avLst/>
          </a:prstGeom>
          <a:solidFill>
            <a:srgbClr val="EFEAF7"/>
          </a:solidFill>
          <a:ln w="12700">
            <a:solidFill>
              <a:srgbClr val="D3C4E8"/>
            </a:solidFill>
            <a:prstDash val="solid"/>
          </a:ln>
        </p:spPr>
      </p:sp>
      <p:sp>
        <p:nvSpPr>
          <p:cNvPr id="45" name="Shape 43"/>
          <p:cNvSpPr/>
          <p:nvPr/>
        </p:nvSpPr>
        <p:spPr>
          <a:xfrm>
            <a:off x="9464040" y="3767328"/>
            <a:ext cx="1965960" cy="146304"/>
          </a:xfrm>
          <a:prstGeom prst="rect">
            <a:avLst/>
          </a:prstGeom>
          <a:solidFill>
            <a:srgbClr val="BFC0D6"/>
          </a:solidFill>
          <a:ln w="12700">
            <a:solidFill>
              <a:srgbClr val="BFC0D6">
                <a:alpha val="0"/>
              </a:srgbClr>
            </a:solidFill>
            <a:prstDash val="solid"/>
          </a:ln>
        </p:spPr>
      </p:sp>
      <p:sp>
        <p:nvSpPr>
          <p:cNvPr id="46" name="Text 44"/>
          <p:cNvSpPr/>
          <p:nvPr/>
        </p:nvSpPr>
        <p:spPr>
          <a:xfrm>
            <a:off x="8229600" y="868680"/>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47" name="Text 45"/>
          <p:cNvSpPr/>
          <p:nvPr/>
        </p:nvSpPr>
        <p:spPr>
          <a:xfrm rot="420000">
            <a:off x="8567928" y="1353312"/>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48" name="Text 46"/>
          <p:cNvSpPr/>
          <p:nvPr/>
        </p:nvSpPr>
        <p:spPr>
          <a:xfrm rot="840000">
            <a:off x="8906256" y="1837944"/>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49" name="Text 47"/>
          <p:cNvSpPr/>
          <p:nvPr/>
        </p:nvSpPr>
        <p:spPr>
          <a:xfrm rot="1260000">
            <a:off x="9244584" y="2322576"/>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0" name="Text 48"/>
          <p:cNvSpPr/>
          <p:nvPr/>
        </p:nvSpPr>
        <p:spPr>
          <a:xfrm rot="1680000">
            <a:off x="9582912" y="2807208"/>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1" name="Text 49"/>
          <p:cNvSpPr/>
          <p:nvPr/>
        </p:nvSpPr>
        <p:spPr>
          <a:xfrm rot="2100000">
            <a:off x="9921240" y="3291840"/>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2" name="Text 50"/>
          <p:cNvSpPr/>
          <p:nvPr/>
        </p:nvSpPr>
        <p:spPr>
          <a:xfrm rot="2520000">
            <a:off x="10259568" y="3776472"/>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3" name="Text 51"/>
          <p:cNvSpPr/>
          <p:nvPr/>
        </p:nvSpPr>
        <p:spPr>
          <a:xfrm rot="2940000">
            <a:off x="10597896" y="4261104"/>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4" name="Text 52"/>
          <p:cNvSpPr/>
          <p:nvPr/>
        </p:nvSpPr>
        <p:spPr>
          <a:xfrm rot="3360000">
            <a:off x="10936224" y="1179576"/>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5" name="Text 53"/>
          <p:cNvSpPr/>
          <p:nvPr/>
        </p:nvSpPr>
        <p:spPr>
          <a:xfrm rot="3780000">
            <a:off x="11274552" y="1664208"/>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6" name="Text 54"/>
          <p:cNvSpPr/>
          <p:nvPr/>
        </p:nvSpPr>
        <p:spPr>
          <a:xfrm rot="4200000">
            <a:off x="8412480" y="2148840"/>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7" name="Text 55"/>
          <p:cNvSpPr/>
          <p:nvPr/>
        </p:nvSpPr>
        <p:spPr>
          <a:xfrm rot="4620000">
            <a:off x="8750808" y="2633472"/>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8" name="Text 56"/>
          <p:cNvSpPr/>
          <p:nvPr/>
        </p:nvSpPr>
        <p:spPr>
          <a:xfrm rot="5040000">
            <a:off x="9089136" y="3118104"/>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9" name="Text 57"/>
          <p:cNvSpPr/>
          <p:nvPr/>
        </p:nvSpPr>
        <p:spPr>
          <a:xfrm rot="5460000">
            <a:off x="9427464" y="3602736"/>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60" name="Text 58"/>
          <p:cNvSpPr/>
          <p:nvPr/>
        </p:nvSpPr>
        <p:spPr>
          <a:xfrm>
            <a:off x="530352" y="6473952"/>
            <a:ext cx="4023360" cy="164592"/>
          </a:xfrm>
          <a:prstGeom prst="rect">
            <a:avLst/>
          </a:prstGeom>
          <a:noFill/>
          <a:ln/>
        </p:spPr>
        <p:txBody>
          <a:bodyPr wrap="square" rtlCol="0" anchor="ctr"/>
          <a:lstStyle/>
          <a:p>
            <a:pPr indent="0" marL="0">
              <a:buNone/>
            </a:pPr>
            <a:r>
              <a:rPr lang="en-US" sz="800" dirty="0">
                <a:solidFill>
                  <a:srgbClr val="FBD7FF"/>
                </a:solidFill>
                <a:latin typeface="Avenir Next" pitchFamily="34" charset="0"/>
                <a:ea typeface="Avenir Next" pitchFamily="34" charset="-122"/>
                <a:cs typeface="Avenir Next" pitchFamily="34" charset="-120"/>
              </a:rPr>
              <a:t>ELITE Plan / Agent Customization Program</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D3F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B0D8"/>
          </a:solidFill>
          <a:ln w="12700">
            <a:solidFill>
              <a:srgbClr val="F6B0D8"/>
            </a:solidFill>
            <a:prstDash val="solid"/>
          </a:ln>
        </p:spPr>
      </p:sp>
      <p:sp>
        <p:nvSpPr>
          <p:cNvPr id="3" name="Shape 1"/>
          <p:cNvSpPr/>
          <p:nvPr/>
        </p:nvSpPr>
        <p:spPr>
          <a:xfrm>
            <a:off x="0" y="0"/>
            <a:ext cx="12191695" cy="6858000"/>
          </a:xfrm>
          <a:prstGeom prst="rect">
            <a:avLst/>
          </a:prstGeom>
          <a:solidFill>
            <a:srgbClr val="7B18D8">
              <a:alpha val="48000"/>
            </a:srgbClr>
          </a:solidFill>
          <a:ln w="12700">
            <a:solidFill>
              <a:srgbClr val="7B18D8">
                <a:alpha val="0"/>
              </a:srgbClr>
            </a:solidFill>
            <a:prstDash val="solid"/>
          </a:ln>
        </p:spPr>
      </p:sp>
      <p:sp>
        <p:nvSpPr>
          <p:cNvPr id="4" name="Shape 2"/>
          <p:cNvSpPr/>
          <p:nvPr/>
        </p:nvSpPr>
        <p:spPr>
          <a:xfrm rot="20880000">
            <a:off x="-1463040" y="-731520"/>
            <a:ext cx="8412480" cy="4754880"/>
          </a:xfrm>
          <a:prstGeom prst="arc">
            <a:avLst/>
          </a:prstGeom>
          <a:solidFill>
            <a:srgbClr val="FFFFFF">
              <a:alpha val="0"/>
            </a:srgbClr>
          </a:solidFill>
          <a:ln w="27940">
            <a:solidFill>
              <a:srgbClr val="FFFFFF">
                <a:alpha val="46000"/>
              </a:srgbClr>
            </a:solidFill>
            <a:prstDash val="solid"/>
          </a:ln>
        </p:spPr>
      </p:sp>
      <p:sp>
        <p:nvSpPr>
          <p:cNvPr id="5" name="Shape 3"/>
          <p:cNvSpPr/>
          <p:nvPr/>
        </p:nvSpPr>
        <p:spPr>
          <a:xfrm rot="720000">
            <a:off x="2926080" y="182880"/>
            <a:ext cx="8046720" cy="4572000"/>
          </a:xfrm>
          <a:prstGeom prst="arc">
            <a:avLst/>
          </a:prstGeom>
          <a:solidFill>
            <a:srgbClr val="FFFFFF">
              <a:alpha val="0"/>
            </a:srgbClr>
          </a:solidFill>
          <a:ln w="17780">
            <a:solidFill>
              <a:srgbClr val="FFFFFF">
                <a:alpha val="32000"/>
              </a:srgbClr>
            </a:solidFill>
            <a:prstDash val="solid"/>
          </a:ln>
        </p:spPr>
      </p:sp>
      <p:sp>
        <p:nvSpPr>
          <p:cNvPr id="6" name="Shape 4"/>
          <p:cNvSpPr/>
          <p:nvPr/>
        </p:nvSpPr>
        <p:spPr>
          <a:xfrm>
            <a:off x="1600200" y="2148840"/>
            <a:ext cx="73152" cy="73152"/>
          </a:xfrm>
          <a:prstGeom prst="ellipse">
            <a:avLst/>
          </a:prstGeom>
          <a:solidFill>
            <a:srgbClr val="FFE083">
              <a:alpha val="80000"/>
            </a:srgbClr>
          </a:solidFill>
          <a:ln w="12700">
            <a:solidFill>
              <a:srgbClr val="FFE083">
                <a:alpha val="0"/>
              </a:srgbClr>
            </a:solidFill>
            <a:prstDash val="solid"/>
          </a:ln>
        </p:spPr>
      </p:sp>
      <p:sp>
        <p:nvSpPr>
          <p:cNvPr id="7" name="Shape 5"/>
          <p:cNvSpPr/>
          <p:nvPr/>
        </p:nvSpPr>
        <p:spPr>
          <a:xfrm>
            <a:off x="2359152" y="3401568"/>
            <a:ext cx="36576" cy="36576"/>
          </a:xfrm>
          <a:prstGeom prst="ellipse">
            <a:avLst/>
          </a:prstGeom>
          <a:solidFill>
            <a:srgbClr val="FFFFFF">
              <a:alpha val="68000"/>
            </a:srgbClr>
          </a:solidFill>
          <a:ln w="12700">
            <a:solidFill>
              <a:srgbClr val="FFFFFF">
                <a:alpha val="0"/>
              </a:srgbClr>
            </a:solidFill>
            <a:prstDash val="solid"/>
          </a:ln>
        </p:spPr>
      </p:sp>
      <p:sp>
        <p:nvSpPr>
          <p:cNvPr id="8" name="Shape 6"/>
          <p:cNvSpPr/>
          <p:nvPr/>
        </p:nvSpPr>
        <p:spPr>
          <a:xfrm>
            <a:off x="3118104" y="4654296"/>
            <a:ext cx="36576" cy="36576"/>
          </a:xfrm>
          <a:prstGeom prst="ellipse">
            <a:avLst/>
          </a:prstGeom>
          <a:solidFill>
            <a:srgbClr val="FFFFFF">
              <a:alpha val="68000"/>
            </a:srgbClr>
          </a:solidFill>
          <a:ln w="12700">
            <a:solidFill>
              <a:srgbClr val="FFFFFF">
                <a:alpha val="0"/>
              </a:srgbClr>
            </a:solidFill>
            <a:prstDash val="solid"/>
          </a:ln>
        </p:spPr>
      </p:sp>
      <p:sp>
        <p:nvSpPr>
          <p:cNvPr id="9" name="Shape 7"/>
          <p:cNvSpPr/>
          <p:nvPr/>
        </p:nvSpPr>
        <p:spPr>
          <a:xfrm>
            <a:off x="3877056" y="237744"/>
            <a:ext cx="36576" cy="36576"/>
          </a:xfrm>
          <a:prstGeom prst="ellipse">
            <a:avLst/>
          </a:prstGeom>
          <a:solidFill>
            <a:srgbClr val="FFE083">
              <a:alpha val="80000"/>
            </a:srgbClr>
          </a:solidFill>
          <a:ln w="12700">
            <a:solidFill>
              <a:srgbClr val="FFE083">
                <a:alpha val="0"/>
              </a:srgbClr>
            </a:solidFill>
            <a:prstDash val="solid"/>
          </a:ln>
        </p:spPr>
      </p:sp>
      <p:sp>
        <p:nvSpPr>
          <p:cNvPr id="10" name="Shape 8"/>
          <p:cNvSpPr/>
          <p:nvPr/>
        </p:nvSpPr>
        <p:spPr>
          <a:xfrm>
            <a:off x="4636008" y="1490472"/>
            <a:ext cx="73152" cy="73152"/>
          </a:xfrm>
          <a:prstGeom prst="ellipse">
            <a:avLst/>
          </a:prstGeom>
          <a:solidFill>
            <a:srgbClr val="FFFFFF">
              <a:alpha val="68000"/>
            </a:srgbClr>
          </a:solidFill>
          <a:ln w="12700">
            <a:solidFill>
              <a:srgbClr val="FFFFFF">
                <a:alpha val="0"/>
              </a:srgbClr>
            </a:solidFill>
            <a:prstDash val="solid"/>
          </a:ln>
        </p:spPr>
      </p:sp>
      <p:sp>
        <p:nvSpPr>
          <p:cNvPr id="11" name="Shape 9"/>
          <p:cNvSpPr/>
          <p:nvPr/>
        </p:nvSpPr>
        <p:spPr>
          <a:xfrm>
            <a:off x="5394960" y="2743200"/>
            <a:ext cx="36576" cy="36576"/>
          </a:xfrm>
          <a:prstGeom prst="ellipse">
            <a:avLst/>
          </a:prstGeom>
          <a:solidFill>
            <a:srgbClr val="FFFFFF">
              <a:alpha val="68000"/>
            </a:srgbClr>
          </a:solidFill>
          <a:ln w="12700">
            <a:solidFill>
              <a:srgbClr val="FFFFFF">
                <a:alpha val="0"/>
              </a:srgbClr>
            </a:solidFill>
            <a:prstDash val="solid"/>
          </a:ln>
        </p:spPr>
      </p:sp>
      <p:sp>
        <p:nvSpPr>
          <p:cNvPr id="12" name="Shape 10"/>
          <p:cNvSpPr/>
          <p:nvPr/>
        </p:nvSpPr>
        <p:spPr>
          <a:xfrm>
            <a:off x="6153912" y="3995928"/>
            <a:ext cx="36576" cy="36576"/>
          </a:xfrm>
          <a:prstGeom prst="ellipse">
            <a:avLst/>
          </a:prstGeom>
          <a:solidFill>
            <a:srgbClr val="FFE083">
              <a:alpha val="80000"/>
            </a:srgbClr>
          </a:solidFill>
          <a:ln w="12700">
            <a:solidFill>
              <a:srgbClr val="FFE083">
                <a:alpha val="0"/>
              </a:srgbClr>
            </a:solidFill>
            <a:prstDash val="solid"/>
          </a:ln>
        </p:spPr>
      </p:sp>
      <p:sp>
        <p:nvSpPr>
          <p:cNvPr id="13" name="Shape 11"/>
          <p:cNvSpPr/>
          <p:nvPr/>
        </p:nvSpPr>
        <p:spPr>
          <a:xfrm>
            <a:off x="6912864" y="5248656"/>
            <a:ext cx="36576" cy="36576"/>
          </a:xfrm>
          <a:prstGeom prst="ellipse">
            <a:avLst/>
          </a:prstGeom>
          <a:solidFill>
            <a:srgbClr val="FFFFFF">
              <a:alpha val="68000"/>
            </a:srgbClr>
          </a:solidFill>
          <a:ln w="12700">
            <a:solidFill>
              <a:srgbClr val="FFFFFF">
                <a:alpha val="0"/>
              </a:srgbClr>
            </a:solidFill>
            <a:prstDash val="solid"/>
          </a:ln>
        </p:spPr>
      </p:sp>
      <p:sp>
        <p:nvSpPr>
          <p:cNvPr id="14" name="Shape 12"/>
          <p:cNvSpPr/>
          <p:nvPr/>
        </p:nvSpPr>
        <p:spPr>
          <a:xfrm>
            <a:off x="7671816" y="832104"/>
            <a:ext cx="73152" cy="73152"/>
          </a:xfrm>
          <a:prstGeom prst="ellipse">
            <a:avLst/>
          </a:prstGeom>
          <a:solidFill>
            <a:srgbClr val="FFFFFF">
              <a:alpha val="68000"/>
            </a:srgbClr>
          </a:solidFill>
          <a:ln w="12700">
            <a:solidFill>
              <a:srgbClr val="FFFFFF">
                <a:alpha val="0"/>
              </a:srgbClr>
            </a:solidFill>
            <a:prstDash val="solid"/>
          </a:ln>
        </p:spPr>
      </p:sp>
      <p:sp>
        <p:nvSpPr>
          <p:cNvPr id="15" name="Shape 13"/>
          <p:cNvSpPr/>
          <p:nvPr/>
        </p:nvSpPr>
        <p:spPr>
          <a:xfrm>
            <a:off x="8430768" y="2084832"/>
            <a:ext cx="36576" cy="36576"/>
          </a:xfrm>
          <a:prstGeom prst="ellipse">
            <a:avLst/>
          </a:prstGeom>
          <a:solidFill>
            <a:srgbClr val="FFE083">
              <a:alpha val="80000"/>
            </a:srgbClr>
          </a:solidFill>
          <a:ln w="12700">
            <a:solidFill>
              <a:srgbClr val="FFE083">
                <a:alpha val="0"/>
              </a:srgbClr>
            </a:solidFill>
            <a:prstDash val="solid"/>
          </a:ln>
        </p:spPr>
      </p:sp>
      <p:sp>
        <p:nvSpPr>
          <p:cNvPr id="16" name="Shape 14"/>
          <p:cNvSpPr/>
          <p:nvPr/>
        </p:nvSpPr>
        <p:spPr>
          <a:xfrm>
            <a:off x="9189720" y="3337560"/>
            <a:ext cx="36576" cy="36576"/>
          </a:xfrm>
          <a:prstGeom prst="ellipse">
            <a:avLst/>
          </a:prstGeom>
          <a:solidFill>
            <a:srgbClr val="FFFFFF">
              <a:alpha val="68000"/>
            </a:srgbClr>
          </a:solidFill>
          <a:ln w="12700">
            <a:solidFill>
              <a:srgbClr val="FFFFFF">
                <a:alpha val="0"/>
              </a:srgbClr>
            </a:solidFill>
            <a:prstDash val="solid"/>
          </a:ln>
        </p:spPr>
      </p:sp>
      <p:sp>
        <p:nvSpPr>
          <p:cNvPr id="17" name="Shape 15"/>
          <p:cNvSpPr/>
          <p:nvPr/>
        </p:nvSpPr>
        <p:spPr>
          <a:xfrm>
            <a:off x="9948672" y="4590288"/>
            <a:ext cx="36576" cy="36576"/>
          </a:xfrm>
          <a:prstGeom prst="ellipse">
            <a:avLst/>
          </a:prstGeom>
          <a:solidFill>
            <a:srgbClr val="FFFFFF">
              <a:alpha val="68000"/>
            </a:srgbClr>
          </a:solidFill>
          <a:ln w="12700">
            <a:solidFill>
              <a:srgbClr val="FFFFFF">
                <a:alpha val="0"/>
              </a:srgbClr>
            </a:solidFill>
            <a:prstDash val="solid"/>
          </a:ln>
        </p:spPr>
      </p:sp>
      <p:sp>
        <p:nvSpPr>
          <p:cNvPr id="18" name="Shape 16"/>
          <p:cNvSpPr/>
          <p:nvPr/>
        </p:nvSpPr>
        <p:spPr>
          <a:xfrm>
            <a:off x="192024" y="5843016"/>
            <a:ext cx="73152" cy="73152"/>
          </a:xfrm>
          <a:prstGeom prst="ellipse">
            <a:avLst/>
          </a:prstGeom>
          <a:solidFill>
            <a:srgbClr val="FFE083">
              <a:alpha val="80000"/>
            </a:srgbClr>
          </a:solidFill>
          <a:ln w="12700">
            <a:solidFill>
              <a:srgbClr val="FFE083">
                <a:alpha val="0"/>
              </a:srgbClr>
            </a:solidFill>
            <a:prstDash val="solid"/>
          </a:ln>
        </p:spPr>
      </p:sp>
      <p:sp>
        <p:nvSpPr>
          <p:cNvPr id="19" name="Shape 17"/>
          <p:cNvSpPr/>
          <p:nvPr/>
        </p:nvSpPr>
        <p:spPr>
          <a:xfrm>
            <a:off x="950976" y="1426464"/>
            <a:ext cx="36576" cy="36576"/>
          </a:xfrm>
          <a:prstGeom prst="ellipse">
            <a:avLst/>
          </a:prstGeom>
          <a:solidFill>
            <a:srgbClr val="FFFFFF">
              <a:alpha val="68000"/>
            </a:srgbClr>
          </a:solidFill>
          <a:ln w="12700">
            <a:solidFill>
              <a:srgbClr val="FFFFFF">
                <a:alpha val="0"/>
              </a:srgbClr>
            </a:solidFill>
            <a:prstDash val="solid"/>
          </a:ln>
        </p:spPr>
      </p:sp>
      <p:sp>
        <p:nvSpPr>
          <p:cNvPr id="20" name="Shape 18"/>
          <p:cNvSpPr/>
          <p:nvPr/>
        </p:nvSpPr>
        <p:spPr>
          <a:xfrm>
            <a:off x="1709928" y="2679192"/>
            <a:ext cx="36576" cy="36576"/>
          </a:xfrm>
          <a:prstGeom prst="ellipse">
            <a:avLst/>
          </a:prstGeom>
          <a:solidFill>
            <a:srgbClr val="FFFFFF">
              <a:alpha val="68000"/>
            </a:srgbClr>
          </a:solidFill>
          <a:ln w="12700">
            <a:solidFill>
              <a:srgbClr val="FFFFFF">
                <a:alpha val="0"/>
              </a:srgbClr>
            </a:solidFill>
            <a:prstDash val="solid"/>
          </a:ln>
        </p:spPr>
      </p:sp>
      <p:sp>
        <p:nvSpPr>
          <p:cNvPr id="21" name="Shape 19"/>
          <p:cNvSpPr/>
          <p:nvPr/>
        </p:nvSpPr>
        <p:spPr>
          <a:xfrm>
            <a:off x="2468880" y="3931920"/>
            <a:ext cx="36576" cy="36576"/>
          </a:xfrm>
          <a:prstGeom prst="ellipse">
            <a:avLst/>
          </a:prstGeom>
          <a:solidFill>
            <a:srgbClr val="FFE083">
              <a:alpha val="80000"/>
            </a:srgbClr>
          </a:solidFill>
          <a:ln w="12700">
            <a:solidFill>
              <a:srgbClr val="FFE083">
                <a:alpha val="0"/>
              </a:srgbClr>
            </a:solidFill>
            <a:prstDash val="solid"/>
          </a:ln>
        </p:spPr>
      </p:sp>
      <p:sp>
        <p:nvSpPr>
          <p:cNvPr id="22" name="Shape 20"/>
          <p:cNvSpPr/>
          <p:nvPr/>
        </p:nvSpPr>
        <p:spPr>
          <a:xfrm>
            <a:off x="3227832" y="5184648"/>
            <a:ext cx="73152" cy="73152"/>
          </a:xfrm>
          <a:prstGeom prst="ellipse">
            <a:avLst/>
          </a:prstGeom>
          <a:solidFill>
            <a:srgbClr val="FFFFFF">
              <a:alpha val="68000"/>
            </a:srgbClr>
          </a:solidFill>
          <a:ln w="12700">
            <a:solidFill>
              <a:srgbClr val="FFFFFF">
                <a:alpha val="0"/>
              </a:srgbClr>
            </a:solidFill>
            <a:prstDash val="solid"/>
          </a:ln>
        </p:spPr>
      </p:sp>
      <p:sp>
        <p:nvSpPr>
          <p:cNvPr id="23" name="Shape 21"/>
          <p:cNvSpPr/>
          <p:nvPr/>
        </p:nvSpPr>
        <p:spPr>
          <a:xfrm>
            <a:off x="3986784" y="768096"/>
            <a:ext cx="36576" cy="36576"/>
          </a:xfrm>
          <a:prstGeom prst="ellipse">
            <a:avLst/>
          </a:prstGeom>
          <a:solidFill>
            <a:srgbClr val="FFFFFF">
              <a:alpha val="68000"/>
            </a:srgbClr>
          </a:solidFill>
          <a:ln w="12700">
            <a:solidFill>
              <a:srgbClr val="FFFFFF">
                <a:alpha val="0"/>
              </a:srgbClr>
            </a:solidFill>
            <a:prstDash val="solid"/>
          </a:ln>
        </p:spPr>
      </p:sp>
      <p:sp>
        <p:nvSpPr>
          <p:cNvPr id="24" name="Shape 22"/>
          <p:cNvSpPr/>
          <p:nvPr/>
        </p:nvSpPr>
        <p:spPr>
          <a:xfrm>
            <a:off x="0" y="6364224"/>
            <a:ext cx="12191695" cy="493776"/>
          </a:xfrm>
          <a:prstGeom prst="rect">
            <a:avLst/>
          </a:prstGeom>
          <a:solidFill>
            <a:srgbClr val="33004F">
              <a:alpha val="88000"/>
            </a:srgbClr>
          </a:solidFill>
          <a:ln w="12700">
            <a:solidFill>
              <a:srgbClr val="33004F">
                <a:alpha val="0"/>
              </a:srgbClr>
            </a:solidFill>
            <a:prstDash val="solid"/>
          </a:ln>
        </p:spPr>
      </p:sp>
      <p:sp>
        <p:nvSpPr>
          <p:cNvPr id="25" name="Shape 23"/>
          <p:cNvSpPr/>
          <p:nvPr/>
        </p:nvSpPr>
        <p:spPr>
          <a:xfrm>
            <a:off x="502920" y="384048"/>
            <a:ext cx="4526280" cy="530352"/>
          </a:xfrm>
          <a:prstGeom prst="rect">
            <a:avLst/>
          </a:prstGeom>
          <a:solidFill>
            <a:srgbClr val="FFFFFF">
              <a:alpha val="96000"/>
            </a:srgbClr>
          </a:solidFill>
          <a:ln w="12700">
            <a:solidFill>
              <a:srgbClr val="FFFFFF">
                <a:alpha val="0"/>
              </a:srgbClr>
            </a:solidFill>
            <a:prstDash val="solid"/>
          </a:ln>
        </p:spPr>
      </p:sp>
      <p:sp>
        <p:nvSpPr>
          <p:cNvPr id="26" name="Text 24"/>
          <p:cNvSpPr/>
          <p:nvPr/>
        </p:nvSpPr>
        <p:spPr>
          <a:xfrm>
            <a:off x="658368" y="484632"/>
            <a:ext cx="4160520" cy="256032"/>
          </a:xfrm>
          <a:prstGeom prst="rect">
            <a:avLst/>
          </a:prstGeom>
          <a:noFill/>
          <a:ln/>
        </p:spPr>
        <p:txBody>
          <a:bodyPr wrap="square" rtlCol="0" anchor="ctr">
            <a:normAutofit/>
          </a:bodyPr>
          <a:lstStyle/>
          <a:p>
            <a:pPr indent="0" marL="0">
              <a:buNone/>
            </a:pPr>
            <a:r>
              <a:rPr lang="en-US" sz="1600" b="1" dirty="0">
                <a:solidFill>
                  <a:srgbClr val="E8005A"/>
                </a:solidFill>
                <a:latin typeface="Hiragino Sans" pitchFamily="34" charset="0"/>
                <a:ea typeface="Hiragino Sans" pitchFamily="34" charset="-122"/>
                <a:cs typeface="Hiragino Sans" pitchFamily="34" charset="-120"/>
              </a:rPr>
              <a:t>ELITE プラン 特別ページ  /  06</a:t>
            </a:r>
            <a:endParaRPr lang="en-US" sz="1600" dirty="0"/>
          </a:p>
        </p:txBody>
      </p:sp>
      <p:sp>
        <p:nvSpPr>
          <p:cNvPr id="27" name="Shape 25"/>
          <p:cNvSpPr/>
          <p:nvPr/>
        </p:nvSpPr>
        <p:spPr>
          <a:xfrm>
            <a:off x="502920" y="1143000"/>
            <a:ext cx="6995160" cy="822960"/>
          </a:xfrm>
          <a:prstGeom prst="rect">
            <a:avLst/>
          </a:prstGeom>
          <a:solidFill>
            <a:srgbClr val="E8005A"/>
          </a:solidFill>
          <a:ln w="12700">
            <a:solidFill>
              <a:srgbClr val="E8005A">
                <a:alpha val="0"/>
              </a:srgbClr>
            </a:solidFill>
            <a:prstDash val="solid"/>
          </a:ln>
        </p:spPr>
      </p:sp>
      <p:sp>
        <p:nvSpPr>
          <p:cNvPr id="28" name="Shape 26"/>
          <p:cNvSpPr/>
          <p:nvPr/>
        </p:nvSpPr>
        <p:spPr>
          <a:xfrm>
            <a:off x="6903720" y="1143000"/>
            <a:ext cx="1737360" cy="822960"/>
          </a:xfrm>
          <a:prstGeom prst="rect">
            <a:avLst/>
          </a:prstGeom>
          <a:solidFill>
            <a:srgbClr val="B00083"/>
          </a:solidFill>
          <a:ln w="12700">
            <a:solidFill>
              <a:srgbClr val="B00083">
                <a:alpha val="0"/>
              </a:srgbClr>
            </a:solidFill>
            <a:prstDash val="solid"/>
          </a:ln>
        </p:spPr>
      </p:sp>
      <p:sp>
        <p:nvSpPr>
          <p:cNvPr id="29" name="Text 27"/>
          <p:cNvSpPr/>
          <p:nvPr/>
        </p:nvSpPr>
        <p:spPr>
          <a:xfrm>
            <a:off x="749808" y="1271016"/>
            <a:ext cx="7086600" cy="438912"/>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Hiragino Sans" pitchFamily="34" charset="0"/>
                <a:ea typeface="Hiragino Sans" pitchFamily="34" charset="-122"/>
                <a:cs typeface="Hiragino Sans" pitchFamily="34" charset="-120"/>
              </a:rPr>
              <a:t>自分の目的に合わせて作る</a:t>
            </a:r>
            <a:endParaRPr lang="en-US" sz="2900" dirty="0"/>
          </a:p>
        </p:txBody>
      </p:sp>
      <p:sp>
        <p:nvSpPr>
          <p:cNvPr id="30" name="Text 28"/>
          <p:cNvSpPr/>
          <p:nvPr/>
        </p:nvSpPr>
        <p:spPr>
          <a:xfrm>
            <a:off x="566928" y="2249424"/>
            <a:ext cx="4297680" cy="310896"/>
          </a:xfrm>
          <a:prstGeom prst="rect">
            <a:avLst/>
          </a:prstGeom>
          <a:noFill/>
          <a:ln/>
        </p:spPr>
        <p:txBody>
          <a:bodyPr wrap="square" rtlCol="0" anchor="ctr">
            <a:normAutofit/>
          </a:bodyPr>
          <a:lstStyle/>
          <a:p>
            <a:pPr indent="0" marL="0">
              <a:buNone/>
            </a:pPr>
            <a:r>
              <a:rPr lang="en-US" sz="1400" b="1" dirty="0">
                <a:solidFill>
                  <a:srgbClr val="E8005A"/>
                </a:solidFill>
                <a:latin typeface="Hiragino Sans" pitchFamily="34" charset="0"/>
                <a:ea typeface="Hiragino Sans" pitchFamily="34" charset="-122"/>
                <a:cs typeface="Hiragino Sans" pitchFamily="34" charset="-120"/>
              </a:rPr>
              <a:t>出口は人それぞれ</a:t>
            </a:r>
            <a:endParaRPr lang="en-US" sz="1400" dirty="0"/>
          </a:p>
        </p:txBody>
      </p:sp>
      <p:sp>
        <p:nvSpPr>
          <p:cNvPr id="31" name="Text 29"/>
          <p:cNvSpPr/>
          <p:nvPr/>
        </p:nvSpPr>
        <p:spPr>
          <a:xfrm>
            <a:off x="566928" y="2596896"/>
            <a:ext cx="6217920" cy="987552"/>
          </a:xfrm>
          <a:prstGeom prst="rect">
            <a:avLst/>
          </a:prstGeom>
          <a:noFill/>
          <a:ln/>
        </p:spPr>
        <p:txBody>
          <a:bodyPr wrap="square" rtlCol="0" anchor="ctr">
            <a:normAutofit/>
          </a:bodyPr>
          <a:lstStyle/>
          <a:p>
            <a:pPr indent="0" marL="0">
              <a:buNone/>
            </a:pPr>
            <a:r>
              <a:rPr lang="en-US" sz="2500" b="1" dirty="0">
                <a:solidFill>
                  <a:srgbClr val="2B1B3A"/>
                </a:solidFill>
                <a:latin typeface="Hiragino Sans" pitchFamily="34" charset="0"/>
                <a:ea typeface="Hiragino Sans" pitchFamily="34" charset="-122"/>
                <a:cs typeface="Hiragino Sans" pitchFamily="34" charset="-120"/>
              </a:rPr>
              <a:t>業界特化AI人材は、今ほぼ空席。先行者利益が大きい。</a:t>
            </a:r>
            <a:endParaRPr lang="en-US" sz="2500" dirty="0"/>
          </a:p>
        </p:txBody>
      </p:sp>
      <p:sp>
        <p:nvSpPr>
          <p:cNvPr id="32" name="Shape 30"/>
          <p:cNvSpPr/>
          <p:nvPr/>
        </p:nvSpPr>
        <p:spPr>
          <a:xfrm>
            <a:off x="640080" y="4069080"/>
            <a:ext cx="1078992" cy="676656"/>
          </a:xfrm>
          <a:prstGeom prst="chevron">
            <a:avLst/>
          </a:prstGeom>
          <a:solidFill>
            <a:srgbClr val="FFFFFF"/>
          </a:solidFill>
          <a:ln w="12700">
            <a:solidFill>
              <a:srgbClr val="FFFFFF">
                <a:alpha val="0"/>
              </a:srgbClr>
            </a:solidFill>
            <a:prstDash val="solid"/>
          </a:ln>
        </p:spPr>
      </p:sp>
      <p:sp>
        <p:nvSpPr>
          <p:cNvPr id="33" name="Text 31"/>
          <p:cNvSpPr/>
          <p:nvPr/>
        </p:nvSpPr>
        <p:spPr>
          <a:xfrm>
            <a:off x="731520" y="4270248"/>
            <a:ext cx="804672" cy="164592"/>
          </a:xfrm>
          <a:prstGeom prst="rect">
            <a:avLst/>
          </a:prstGeom>
          <a:noFill/>
          <a:ln/>
        </p:spPr>
        <p:txBody>
          <a:bodyPr wrap="square" lIns="0" tIns="0" rIns="0" bIns="0" rtlCol="0" anchor="ctr">
            <a:normAutofit/>
          </a:bodyPr>
          <a:lstStyle/>
          <a:p>
            <a:pPr algn="ctr" indent="0" marL="0">
              <a:buNone/>
            </a:pPr>
            <a:r>
              <a:rPr lang="en-US" sz="1150" b="1" dirty="0">
                <a:solidFill>
                  <a:srgbClr val="2B1B3A"/>
                </a:solidFill>
                <a:latin typeface="Hiragino Sans" pitchFamily="34" charset="0"/>
                <a:ea typeface="Hiragino Sans" pitchFamily="34" charset="-122"/>
                <a:cs typeface="Hiragino Sans" pitchFamily="34" charset="-120"/>
              </a:rPr>
              <a:t>副業</a:t>
            </a:r>
            <a:endParaRPr lang="en-US" sz="1150" dirty="0"/>
          </a:p>
        </p:txBody>
      </p:sp>
      <p:sp>
        <p:nvSpPr>
          <p:cNvPr id="34" name="Shape 32"/>
          <p:cNvSpPr/>
          <p:nvPr/>
        </p:nvSpPr>
        <p:spPr>
          <a:xfrm>
            <a:off x="1783080" y="4069080"/>
            <a:ext cx="1078992" cy="676656"/>
          </a:xfrm>
          <a:prstGeom prst="chevron">
            <a:avLst/>
          </a:prstGeom>
          <a:solidFill>
            <a:srgbClr val="FFE6F3"/>
          </a:solidFill>
          <a:ln w="12700">
            <a:solidFill>
              <a:srgbClr val="FFFFFF">
                <a:alpha val="0"/>
              </a:srgbClr>
            </a:solidFill>
            <a:prstDash val="solid"/>
          </a:ln>
        </p:spPr>
      </p:sp>
      <p:sp>
        <p:nvSpPr>
          <p:cNvPr id="35" name="Text 33"/>
          <p:cNvSpPr/>
          <p:nvPr/>
        </p:nvSpPr>
        <p:spPr>
          <a:xfrm>
            <a:off x="1874520" y="4270248"/>
            <a:ext cx="804672" cy="164592"/>
          </a:xfrm>
          <a:prstGeom prst="rect">
            <a:avLst/>
          </a:prstGeom>
          <a:noFill/>
          <a:ln/>
        </p:spPr>
        <p:txBody>
          <a:bodyPr wrap="square" lIns="0" tIns="0" rIns="0" bIns="0" rtlCol="0" anchor="ctr">
            <a:normAutofit/>
          </a:bodyPr>
          <a:lstStyle/>
          <a:p>
            <a:pPr algn="ctr" indent="0" marL="0">
              <a:buNone/>
            </a:pPr>
            <a:r>
              <a:rPr lang="en-US" sz="1150" b="1" dirty="0">
                <a:solidFill>
                  <a:srgbClr val="2B1B3A"/>
                </a:solidFill>
                <a:latin typeface="Hiragino Sans" pitchFamily="34" charset="0"/>
                <a:ea typeface="Hiragino Sans" pitchFamily="34" charset="-122"/>
                <a:cs typeface="Hiragino Sans" pitchFamily="34" charset="-120"/>
              </a:rPr>
              <a:t>フリーランス</a:t>
            </a:r>
            <a:endParaRPr lang="en-US" sz="1150" dirty="0"/>
          </a:p>
        </p:txBody>
      </p:sp>
      <p:sp>
        <p:nvSpPr>
          <p:cNvPr id="36" name="Shape 34"/>
          <p:cNvSpPr/>
          <p:nvPr/>
        </p:nvSpPr>
        <p:spPr>
          <a:xfrm>
            <a:off x="2926080" y="4069080"/>
            <a:ext cx="1078992" cy="676656"/>
          </a:xfrm>
          <a:prstGeom prst="chevron">
            <a:avLst/>
          </a:prstGeom>
          <a:solidFill>
            <a:srgbClr val="FFFFFF"/>
          </a:solidFill>
          <a:ln w="12700">
            <a:solidFill>
              <a:srgbClr val="FFFFFF">
                <a:alpha val="0"/>
              </a:srgbClr>
            </a:solidFill>
            <a:prstDash val="solid"/>
          </a:ln>
        </p:spPr>
      </p:sp>
      <p:sp>
        <p:nvSpPr>
          <p:cNvPr id="37" name="Text 35"/>
          <p:cNvSpPr/>
          <p:nvPr/>
        </p:nvSpPr>
        <p:spPr>
          <a:xfrm>
            <a:off x="3017520" y="4270248"/>
            <a:ext cx="804672" cy="164592"/>
          </a:xfrm>
          <a:prstGeom prst="rect">
            <a:avLst/>
          </a:prstGeom>
          <a:noFill/>
          <a:ln/>
        </p:spPr>
        <p:txBody>
          <a:bodyPr wrap="square" lIns="0" tIns="0" rIns="0" bIns="0" rtlCol="0" anchor="ctr">
            <a:normAutofit/>
          </a:bodyPr>
          <a:lstStyle/>
          <a:p>
            <a:pPr algn="ctr" indent="0" marL="0">
              <a:buNone/>
            </a:pPr>
            <a:r>
              <a:rPr lang="en-US" sz="1150" b="1" dirty="0">
                <a:solidFill>
                  <a:srgbClr val="2B1B3A"/>
                </a:solidFill>
                <a:latin typeface="Hiragino Sans" pitchFamily="34" charset="0"/>
                <a:ea typeface="Hiragino Sans" pitchFamily="34" charset="-122"/>
                <a:cs typeface="Hiragino Sans" pitchFamily="34" charset="-120"/>
              </a:rPr>
              <a:t>経営者</a:t>
            </a:r>
            <a:endParaRPr lang="en-US" sz="1150" dirty="0"/>
          </a:p>
        </p:txBody>
      </p:sp>
      <p:sp>
        <p:nvSpPr>
          <p:cNvPr id="38" name="Shape 36"/>
          <p:cNvSpPr/>
          <p:nvPr/>
        </p:nvSpPr>
        <p:spPr>
          <a:xfrm>
            <a:off x="4069080" y="4069080"/>
            <a:ext cx="1078992" cy="676656"/>
          </a:xfrm>
          <a:prstGeom prst="chevron">
            <a:avLst/>
          </a:prstGeom>
          <a:solidFill>
            <a:srgbClr val="FFE6F3"/>
          </a:solidFill>
          <a:ln w="12700">
            <a:solidFill>
              <a:srgbClr val="FFFFFF">
                <a:alpha val="0"/>
              </a:srgbClr>
            </a:solidFill>
            <a:prstDash val="solid"/>
          </a:ln>
        </p:spPr>
      </p:sp>
      <p:sp>
        <p:nvSpPr>
          <p:cNvPr id="39" name="Text 37"/>
          <p:cNvSpPr/>
          <p:nvPr/>
        </p:nvSpPr>
        <p:spPr>
          <a:xfrm>
            <a:off x="4160520" y="4270248"/>
            <a:ext cx="804672" cy="164592"/>
          </a:xfrm>
          <a:prstGeom prst="rect">
            <a:avLst/>
          </a:prstGeom>
          <a:noFill/>
          <a:ln/>
        </p:spPr>
        <p:txBody>
          <a:bodyPr wrap="square" lIns="0" tIns="0" rIns="0" bIns="0" rtlCol="0" anchor="ctr">
            <a:normAutofit/>
          </a:bodyPr>
          <a:lstStyle/>
          <a:p>
            <a:pPr algn="ctr" indent="0" marL="0">
              <a:buNone/>
            </a:pPr>
            <a:r>
              <a:rPr lang="en-US" sz="1150" b="1" dirty="0">
                <a:solidFill>
                  <a:srgbClr val="2B1B3A"/>
                </a:solidFill>
                <a:latin typeface="Hiragino Sans" pitchFamily="34" charset="0"/>
                <a:ea typeface="Hiragino Sans" pitchFamily="34" charset="-122"/>
                <a:cs typeface="Hiragino Sans" pitchFamily="34" charset="-120"/>
              </a:rPr>
              <a:t>社内改善</a:t>
            </a:r>
            <a:endParaRPr lang="en-US" sz="1150" dirty="0"/>
          </a:p>
        </p:txBody>
      </p:sp>
      <p:sp>
        <p:nvSpPr>
          <p:cNvPr id="40" name="Shape 38"/>
          <p:cNvSpPr/>
          <p:nvPr/>
        </p:nvSpPr>
        <p:spPr>
          <a:xfrm>
            <a:off x="5212080" y="4069080"/>
            <a:ext cx="1078992" cy="676656"/>
          </a:xfrm>
          <a:prstGeom prst="chevron">
            <a:avLst/>
          </a:prstGeom>
          <a:solidFill>
            <a:srgbClr val="FFFFFF"/>
          </a:solidFill>
          <a:ln w="12700">
            <a:solidFill>
              <a:srgbClr val="FFFFFF">
                <a:alpha val="0"/>
              </a:srgbClr>
            </a:solidFill>
            <a:prstDash val="solid"/>
          </a:ln>
        </p:spPr>
      </p:sp>
      <p:sp>
        <p:nvSpPr>
          <p:cNvPr id="41" name="Text 39"/>
          <p:cNvSpPr/>
          <p:nvPr/>
        </p:nvSpPr>
        <p:spPr>
          <a:xfrm>
            <a:off x="5303520" y="4270248"/>
            <a:ext cx="804672" cy="164592"/>
          </a:xfrm>
          <a:prstGeom prst="rect">
            <a:avLst/>
          </a:prstGeom>
          <a:noFill/>
          <a:ln/>
        </p:spPr>
        <p:txBody>
          <a:bodyPr wrap="square" lIns="0" tIns="0" rIns="0" bIns="0" rtlCol="0" anchor="ctr">
            <a:normAutofit/>
          </a:bodyPr>
          <a:lstStyle/>
          <a:p>
            <a:pPr algn="ctr" indent="0" marL="0">
              <a:buNone/>
            </a:pPr>
            <a:r>
              <a:rPr lang="en-US" sz="1150" b="1" dirty="0">
                <a:solidFill>
                  <a:srgbClr val="2B1B3A"/>
                </a:solidFill>
                <a:latin typeface="Hiragino Sans" pitchFamily="34" charset="0"/>
                <a:ea typeface="Hiragino Sans" pitchFamily="34" charset="-122"/>
                <a:cs typeface="Hiragino Sans" pitchFamily="34" charset="-120"/>
              </a:rPr>
              <a:t>コンサル</a:t>
            </a:r>
            <a:endParaRPr lang="en-US" sz="1150" dirty="0"/>
          </a:p>
        </p:txBody>
      </p:sp>
      <p:sp>
        <p:nvSpPr>
          <p:cNvPr id="42" name="Shape 40"/>
          <p:cNvSpPr/>
          <p:nvPr/>
        </p:nvSpPr>
        <p:spPr>
          <a:xfrm>
            <a:off x="8321040" y="960120"/>
            <a:ext cx="3429000" cy="3429000"/>
          </a:xfrm>
          <a:prstGeom prst="ellipse">
            <a:avLst/>
          </a:prstGeom>
          <a:solidFill>
            <a:srgbClr val="FFE083">
              <a:alpha val="37000"/>
            </a:srgbClr>
          </a:solidFill>
          <a:ln w="12700">
            <a:solidFill>
              <a:srgbClr val="FFE083">
                <a:alpha val="0"/>
              </a:srgbClr>
            </a:solidFill>
            <a:prstDash val="solid"/>
          </a:ln>
        </p:spPr>
      </p:sp>
      <p:sp>
        <p:nvSpPr>
          <p:cNvPr id="43" name="Shape 41"/>
          <p:cNvSpPr/>
          <p:nvPr/>
        </p:nvSpPr>
        <p:spPr>
          <a:xfrm>
            <a:off x="8823960" y="1325880"/>
            <a:ext cx="621792" cy="621792"/>
          </a:xfrm>
          <a:prstGeom prst="ellipse">
            <a:avLst/>
          </a:prstGeom>
          <a:solidFill>
            <a:srgbClr val="2A1D36"/>
          </a:solidFill>
          <a:ln w="12700">
            <a:solidFill>
              <a:srgbClr val="2A1D36">
                <a:alpha val="0"/>
              </a:srgbClr>
            </a:solidFill>
            <a:prstDash val="solid"/>
          </a:ln>
        </p:spPr>
      </p:sp>
      <p:sp>
        <p:nvSpPr>
          <p:cNvPr id="44" name="Shape 42"/>
          <p:cNvSpPr/>
          <p:nvPr/>
        </p:nvSpPr>
        <p:spPr>
          <a:xfrm rot="1080000">
            <a:off x="8577072" y="1115568"/>
            <a:ext cx="1005840" cy="731520"/>
          </a:xfrm>
          <a:prstGeom prst="arc">
            <a:avLst/>
          </a:prstGeom>
          <a:solidFill>
            <a:srgbClr val="191121">
              <a:alpha val="0"/>
            </a:srgbClr>
          </a:solidFill>
          <a:ln w="76200">
            <a:solidFill>
              <a:srgbClr val="191121"/>
            </a:solidFill>
            <a:prstDash val="solid"/>
          </a:ln>
        </p:spPr>
      </p:sp>
      <p:sp>
        <p:nvSpPr>
          <p:cNvPr id="45" name="Shape 43"/>
          <p:cNvSpPr/>
          <p:nvPr/>
        </p:nvSpPr>
        <p:spPr>
          <a:xfrm rot="5400000">
            <a:off x="8549640" y="1993392"/>
            <a:ext cx="1325880" cy="1417320"/>
          </a:xfrm>
          <a:prstGeom prst="chevron">
            <a:avLst/>
          </a:prstGeom>
          <a:solidFill>
            <a:srgbClr val="24214C"/>
          </a:solidFill>
          <a:ln w="12700">
            <a:solidFill>
              <a:srgbClr val="24214C">
                <a:alpha val="0"/>
              </a:srgbClr>
            </a:solidFill>
            <a:prstDash val="solid"/>
          </a:ln>
        </p:spPr>
      </p:sp>
      <p:sp>
        <p:nvSpPr>
          <p:cNvPr id="46" name="Shape 44"/>
          <p:cNvSpPr/>
          <p:nvPr/>
        </p:nvSpPr>
        <p:spPr>
          <a:xfrm>
            <a:off x="9646920" y="2926080"/>
            <a:ext cx="1417320" cy="822960"/>
          </a:xfrm>
          <a:prstGeom prst="rect">
            <a:avLst/>
          </a:prstGeom>
          <a:solidFill>
            <a:srgbClr val="EFEAF7"/>
          </a:solidFill>
          <a:ln w="12700">
            <a:solidFill>
              <a:srgbClr val="D3C4E8"/>
            </a:solidFill>
            <a:prstDash val="solid"/>
          </a:ln>
        </p:spPr>
      </p:sp>
      <p:sp>
        <p:nvSpPr>
          <p:cNvPr id="47" name="Shape 45"/>
          <p:cNvSpPr/>
          <p:nvPr/>
        </p:nvSpPr>
        <p:spPr>
          <a:xfrm>
            <a:off x="9464040" y="3767328"/>
            <a:ext cx="1965960" cy="146304"/>
          </a:xfrm>
          <a:prstGeom prst="rect">
            <a:avLst/>
          </a:prstGeom>
          <a:solidFill>
            <a:srgbClr val="BFC0D6"/>
          </a:solidFill>
          <a:ln w="12700">
            <a:solidFill>
              <a:srgbClr val="BFC0D6">
                <a:alpha val="0"/>
              </a:srgbClr>
            </a:solidFill>
            <a:prstDash val="solid"/>
          </a:ln>
        </p:spPr>
      </p:sp>
      <p:sp>
        <p:nvSpPr>
          <p:cNvPr id="48" name="Text 46"/>
          <p:cNvSpPr/>
          <p:nvPr/>
        </p:nvSpPr>
        <p:spPr>
          <a:xfrm>
            <a:off x="8229600" y="868680"/>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49" name="Text 47"/>
          <p:cNvSpPr/>
          <p:nvPr/>
        </p:nvSpPr>
        <p:spPr>
          <a:xfrm rot="420000">
            <a:off x="8567928" y="1353312"/>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0" name="Text 48"/>
          <p:cNvSpPr/>
          <p:nvPr/>
        </p:nvSpPr>
        <p:spPr>
          <a:xfrm rot="840000">
            <a:off x="8906256" y="1837944"/>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1" name="Text 49"/>
          <p:cNvSpPr/>
          <p:nvPr/>
        </p:nvSpPr>
        <p:spPr>
          <a:xfrm rot="1260000">
            <a:off x="9244584" y="2322576"/>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2" name="Text 50"/>
          <p:cNvSpPr/>
          <p:nvPr/>
        </p:nvSpPr>
        <p:spPr>
          <a:xfrm rot="1680000">
            <a:off x="9582912" y="2807208"/>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3" name="Text 51"/>
          <p:cNvSpPr/>
          <p:nvPr/>
        </p:nvSpPr>
        <p:spPr>
          <a:xfrm rot="2100000">
            <a:off x="9921240" y="3291840"/>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4" name="Text 52"/>
          <p:cNvSpPr/>
          <p:nvPr/>
        </p:nvSpPr>
        <p:spPr>
          <a:xfrm rot="2520000">
            <a:off x="10259568" y="3776472"/>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5" name="Text 53"/>
          <p:cNvSpPr/>
          <p:nvPr/>
        </p:nvSpPr>
        <p:spPr>
          <a:xfrm rot="2940000">
            <a:off x="10597896" y="4261104"/>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6" name="Text 54"/>
          <p:cNvSpPr/>
          <p:nvPr/>
        </p:nvSpPr>
        <p:spPr>
          <a:xfrm rot="3360000">
            <a:off x="10936224" y="1179576"/>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7" name="Text 55"/>
          <p:cNvSpPr/>
          <p:nvPr/>
        </p:nvSpPr>
        <p:spPr>
          <a:xfrm rot="3780000">
            <a:off x="11274552" y="1664208"/>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8" name="Text 56"/>
          <p:cNvSpPr/>
          <p:nvPr/>
        </p:nvSpPr>
        <p:spPr>
          <a:xfrm rot="4200000">
            <a:off x="8412480" y="2148840"/>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9" name="Text 57"/>
          <p:cNvSpPr/>
          <p:nvPr/>
        </p:nvSpPr>
        <p:spPr>
          <a:xfrm rot="4620000">
            <a:off x="8750808" y="2633472"/>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60" name="Text 58"/>
          <p:cNvSpPr/>
          <p:nvPr/>
        </p:nvSpPr>
        <p:spPr>
          <a:xfrm rot="5040000">
            <a:off x="9089136" y="3118104"/>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61" name="Text 59"/>
          <p:cNvSpPr/>
          <p:nvPr/>
        </p:nvSpPr>
        <p:spPr>
          <a:xfrm rot="5460000">
            <a:off x="9427464" y="3602736"/>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62" name="Text 60"/>
          <p:cNvSpPr/>
          <p:nvPr/>
        </p:nvSpPr>
        <p:spPr>
          <a:xfrm>
            <a:off x="530352" y="6473952"/>
            <a:ext cx="4023360" cy="164592"/>
          </a:xfrm>
          <a:prstGeom prst="rect">
            <a:avLst/>
          </a:prstGeom>
          <a:noFill/>
          <a:ln/>
        </p:spPr>
        <p:txBody>
          <a:bodyPr wrap="square" rtlCol="0" anchor="ctr"/>
          <a:lstStyle/>
          <a:p>
            <a:pPr indent="0" marL="0">
              <a:buNone/>
            </a:pPr>
            <a:r>
              <a:rPr lang="en-US" sz="800" dirty="0">
                <a:solidFill>
                  <a:srgbClr val="FBD7FF"/>
                </a:solidFill>
                <a:latin typeface="Avenir Next" pitchFamily="34" charset="0"/>
                <a:ea typeface="Avenir Next" pitchFamily="34" charset="-122"/>
                <a:cs typeface="Avenir Next" pitchFamily="34" charset="-120"/>
              </a:rPr>
              <a:t>ELITE Plan / Agent Customization Program</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9D3F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B4E8"/>
          </a:solidFill>
          <a:ln w="12700">
            <a:solidFill>
              <a:srgbClr val="F8B4E8"/>
            </a:solidFill>
            <a:prstDash val="solid"/>
          </a:ln>
        </p:spPr>
      </p:sp>
      <p:sp>
        <p:nvSpPr>
          <p:cNvPr id="3" name="Shape 1"/>
          <p:cNvSpPr/>
          <p:nvPr/>
        </p:nvSpPr>
        <p:spPr>
          <a:xfrm>
            <a:off x="0" y="0"/>
            <a:ext cx="12191695" cy="6858000"/>
          </a:xfrm>
          <a:prstGeom prst="rect">
            <a:avLst/>
          </a:prstGeom>
          <a:solidFill>
            <a:srgbClr val="7B18D8">
              <a:alpha val="48000"/>
            </a:srgbClr>
          </a:solidFill>
          <a:ln w="12700">
            <a:solidFill>
              <a:srgbClr val="7B18D8">
                <a:alpha val="0"/>
              </a:srgbClr>
            </a:solidFill>
            <a:prstDash val="solid"/>
          </a:ln>
        </p:spPr>
      </p:sp>
      <p:sp>
        <p:nvSpPr>
          <p:cNvPr id="4" name="Shape 2"/>
          <p:cNvSpPr/>
          <p:nvPr/>
        </p:nvSpPr>
        <p:spPr>
          <a:xfrm rot="20880000">
            <a:off x="-1463040" y="-731520"/>
            <a:ext cx="8412480" cy="4754880"/>
          </a:xfrm>
          <a:prstGeom prst="arc">
            <a:avLst/>
          </a:prstGeom>
          <a:solidFill>
            <a:srgbClr val="FFFFFF">
              <a:alpha val="0"/>
            </a:srgbClr>
          </a:solidFill>
          <a:ln w="27940">
            <a:solidFill>
              <a:srgbClr val="FFFFFF">
                <a:alpha val="46000"/>
              </a:srgbClr>
            </a:solidFill>
            <a:prstDash val="solid"/>
          </a:ln>
        </p:spPr>
      </p:sp>
      <p:sp>
        <p:nvSpPr>
          <p:cNvPr id="5" name="Shape 3"/>
          <p:cNvSpPr/>
          <p:nvPr/>
        </p:nvSpPr>
        <p:spPr>
          <a:xfrm rot="720000">
            <a:off x="2926080" y="182880"/>
            <a:ext cx="8046720" cy="4572000"/>
          </a:xfrm>
          <a:prstGeom prst="arc">
            <a:avLst/>
          </a:prstGeom>
          <a:solidFill>
            <a:srgbClr val="FFFFFF">
              <a:alpha val="0"/>
            </a:srgbClr>
          </a:solidFill>
          <a:ln w="17780">
            <a:solidFill>
              <a:srgbClr val="FFFFFF">
                <a:alpha val="32000"/>
              </a:srgbClr>
            </a:solidFill>
            <a:prstDash val="solid"/>
          </a:ln>
        </p:spPr>
      </p:sp>
      <p:sp>
        <p:nvSpPr>
          <p:cNvPr id="6" name="Shape 4"/>
          <p:cNvSpPr/>
          <p:nvPr/>
        </p:nvSpPr>
        <p:spPr>
          <a:xfrm>
            <a:off x="1883664" y="2542032"/>
            <a:ext cx="73152" cy="73152"/>
          </a:xfrm>
          <a:prstGeom prst="ellipse">
            <a:avLst/>
          </a:prstGeom>
          <a:solidFill>
            <a:srgbClr val="FFE083">
              <a:alpha val="80000"/>
            </a:srgbClr>
          </a:solidFill>
          <a:ln w="12700">
            <a:solidFill>
              <a:srgbClr val="FFE083">
                <a:alpha val="0"/>
              </a:srgbClr>
            </a:solidFill>
            <a:prstDash val="solid"/>
          </a:ln>
        </p:spPr>
      </p:sp>
      <p:sp>
        <p:nvSpPr>
          <p:cNvPr id="7" name="Shape 5"/>
          <p:cNvSpPr/>
          <p:nvPr/>
        </p:nvSpPr>
        <p:spPr>
          <a:xfrm>
            <a:off x="2642616" y="3794760"/>
            <a:ext cx="36576" cy="36576"/>
          </a:xfrm>
          <a:prstGeom prst="ellipse">
            <a:avLst/>
          </a:prstGeom>
          <a:solidFill>
            <a:srgbClr val="FFFFFF">
              <a:alpha val="68000"/>
            </a:srgbClr>
          </a:solidFill>
          <a:ln w="12700">
            <a:solidFill>
              <a:srgbClr val="FFFFFF">
                <a:alpha val="0"/>
              </a:srgbClr>
            </a:solidFill>
            <a:prstDash val="solid"/>
          </a:ln>
        </p:spPr>
      </p:sp>
      <p:sp>
        <p:nvSpPr>
          <p:cNvPr id="8" name="Shape 6"/>
          <p:cNvSpPr/>
          <p:nvPr/>
        </p:nvSpPr>
        <p:spPr>
          <a:xfrm>
            <a:off x="3401568" y="5047488"/>
            <a:ext cx="36576" cy="36576"/>
          </a:xfrm>
          <a:prstGeom prst="ellipse">
            <a:avLst/>
          </a:prstGeom>
          <a:solidFill>
            <a:srgbClr val="FFFFFF">
              <a:alpha val="68000"/>
            </a:srgbClr>
          </a:solidFill>
          <a:ln w="12700">
            <a:solidFill>
              <a:srgbClr val="FFFFFF">
                <a:alpha val="0"/>
              </a:srgbClr>
            </a:solidFill>
            <a:prstDash val="solid"/>
          </a:ln>
        </p:spPr>
      </p:sp>
      <p:sp>
        <p:nvSpPr>
          <p:cNvPr id="9" name="Shape 7"/>
          <p:cNvSpPr/>
          <p:nvPr/>
        </p:nvSpPr>
        <p:spPr>
          <a:xfrm>
            <a:off x="4160520" y="630936"/>
            <a:ext cx="36576" cy="36576"/>
          </a:xfrm>
          <a:prstGeom prst="ellipse">
            <a:avLst/>
          </a:prstGeom>
          <a:solidFill>
            <a:srgbClr val="FFE083">
              <a:alpha val="80000"/>
            </a:srgbClr>
          </a:solidFill>
          <a:ln w="12700">
            <a:solidFill>
              <a:srgbClr val="FFE083">
                <a:alpha val="0"/>
              </a:srgbClr>
            </a:solidFill>
            <a:prstDash val="solid"/>
          </a:ln>
        </p:spPr>
      </p:sp>
      <p:sp>
        <p:nvSpPr>
          <p:cNvPr id="10" name="Shape 8"/>
          <p:cNvSpPr/>
          <p:nvPr/>
        </p:nvSpPr>
        <p:spPr>
          <a:xfrm>
            <a:off x="4919472" y="1883664"/>
            <a:ext cx="73152" cy="73152"/>
          </a:xfrm>
          <a:prstGeom prst="ellipse">
            <a:avLst/>
          </a:prstGeom>
          <a:solidFill>
            <a:srgbClr val="FFFFFF">
              <a:alpha val="68000"/>
            </a:srgbClr>
          </a:solidFill>
          <a:ln w="12700">
            <a:solidFill>
              <a:srgbClr val="FFFFFF">
                <a:alpha val="0"/>
              </a:srgbClr>
            </a:solidFill>
            <a:prstDash val="solid"/>
          </a:ln>
        </p:spPr>
      </p:sp>
      <p:sp>
        <p:nvSpPr>
          <p:cNvPr id="11" name="Shape 9"/>
          <p:cNvSpPr/>
          <p:nvPr/>
        </p:nvSpPr>
        <p:spPr>
          <a:xfrm>
            <a:off x="5678424" y="3136392"/>
            <a:ext cx="36576" cy="36576"/>
          </a:xfrm>
          <a:prstGeom prst="ellipse">
            <a:avLst/>
          </a:prstGeom>
          <a:solidFill>
            <a:srgbClr val="FFFFFF">
              <a:alpha val="68000"/>
            </a:srgbClr>
          </a:solidFill>
          <a:ln w="12700">
            <a:solidFill>
              <a:srgbClr val="FFFFFF">
                <a:alpha val="0"/>
              </a:srgbClr>
            </a:solidFill>
            <a:prstDash val="solid"/>
          </a:ln>
        </p:spPr>
      </p:sp>
      <p:sp>
        <p:nvSpPr>
          <p:cNvPr id="12" name="Shape 10"/>
          <p:cNvSpPr/>
          <p:nvPr/>
        </p:nvSpPr>
        <p:spPr>
          <a:xfrm>
            <a:off x="6437376" y="4389120"/>
            <a:ext cx="36576" cy="36576"/>
          </a:xfrm>
          <a:prstGeom prst="ellipse">
            <a:avLst/>
          </a:prstGeom>
          <a:solidFill>
            <a:srgbClr val="FFE083">
              <a:alpha val="80000"/>
            </a:srgbClr>
          </a:solidFill>
          <a:ln w="12700">
            <a:solidFill>
              <a:srgbClr val="FFE083">
                <a:alpha val="0"/>
              </a:srgbClr>
            </a:solidFill>
            <a:prstDash val="solid"/>
          </a:ln>
        </p:spPr>
      </p:sp>
      <p:sp>
        <p:nvSpPr>
          <p:cNvPr id="13" name="Shape 11"/>
          <p:cNvSpPr/>
          <p:nvPr/>
        </p:nvSpPr>
        <p:spPr>
          <a:xfrm>
            <a:off x="7196328" y="5641848"/>
            <a:ext cx="36576" cy="36576"/>
          </a:xfrm>
          <a:prstGeom prst="ellipse">
            <a:avLst/>
          </a:prstGeom>
          <a:solidFill>
            <a:srgbClr val="FFFFFF">
              <a:alpha val="68000"/>
            </a:srgbClr>
          </a:solidFill>
          <a:ln w="12700">
            <a:solidFill>
              <a:srgbClr val="FFFFFF">
                <a:alpha val="0"/>
              </a:srgbClr>
            </a:solidFill>
            <a:prstDash val="solid"/>
          </a:ln>
        </p:spPr>
      </p:sp>
      <p:sp>
        <p:nvSpPr>
          <p:cNvPr id="14" name="Shape 12"/>
          <p:cNvSpPr/>
          <p:nvPr/>
        </p:nvSpPr>
        <p:spPr>
          <a:xfrm>
            <a:off x="7955280" y="1225296"/>
            <a:ext cx="73152" cy="73152"/>
          </a:xfrm>
          <a:prstGeom prst="ellipse">
            <a:avLst/>
          </a:prstGeom>
          <a:solidFill>
            <a:srgbClr val="FFFFFF">
              <a:alpha val="68000"/>
            </a:srgbClr>
          </a:solidFill>
          <a:ln w="12700">
            <a:solidFill>
              <a:srgbClr val="FFFFFF">
                <a:alpha val="0"/>
              </a:srgbClr>
            </a:solidFill>
            <a:prstDash val="solid"/>
          </a:ln>
        </p:spPr>
      </p:sp>
      <p:sp>
        <p:nvSpPr>
          <p:cNvPr id="15" name="Shape 13"/>
          <p:cNvSpPr/>
          <p:nvPr/>
        </p:nvSpPr>
        <p:spPr>
          <a:xfrm>
            <a:off x="8714232" y="2478024"/>
            <a:ext cx="36576" cy="36576"/>
          </a:xfrm>
          <a:prstGeom prst="ellipse">
            <a:avLst/>
          </a:prstGeom>
          <a:solidFill>
            <a:srgbClr val="FFE083">
              <a:alpha val="80000"/>
            </a:srgbClr>
          </a:solidFill>
          <a:ln w="12700">
            <a:solidFill>
              <a:srgbClr val="FFE083">
                <a:alpha val="0"/>
              </a:srgbClr>
            </a:solidFill>
            <a:prstDash val="solid"/>
          </a:ln>
        </p:spPr>
      </p:sp>
      <p:sp>
        <p:nvSpPr>
          <p:cNvPr id="16" name="Shape 14"/>
          <p:cNvSpPr/>
          <p:nvPr/>
        </p:nvSpPr>
        <p:spPr>
          <a:xfrm>
            <a:off x="9473184" y="3730752"/>
            <a:ext cx="36576" cy="36576"/>
          </a:xfrm>
          <a:prstGeom prst="ellipse">
            <a:avLst/>
          </a:prstGeom>
          <a:solidFill>
            <a:srgbClr val="FFFFFF">
              <a:alpha val="68000"/>
            </a:srgbClr>
          </a:solidFill>
          <a:ln w="12700">
            <a:solidFill>
              <a:srgbClr val="FFFFFF">
                <a:alpha val="0"/>
              </a:srgbClr>
            </a:solidFill>
            <a:prstDash val="solid"/>
          </a:ln>
        </p:spPr>
      </p:sp>
      <p:sp>
        <p:nvSpPr>
          <p:cNvPr id="17" name="Shape 15"/>
          <p:cNvSpPr/>
          <p:nvPr/>
        </p:nvSpPr>
        <p:spPr>
          <a:xfrm>
            <a:off x="10232136" y="4983480"/>
            <a:ext cx="36576" cy="36576"/>
          </a:xfrm>
          <a:prstGeom prst="ellipse">
            <a:avLst/>
          </a:prstGeom>
          <a:solidFill>
            <a:srgbClr val="FFFFFF">
              <a:alpha val="68000"/>
            </a:srgbClr>
          </a:solidFill>
          <a:ln w="12700">
            <a:solidFill>
              <a:srgbClr val="FFFFFF">
                <a:alpha val="0"/>
              </a:srgbClr>
            </a:solidFill>
            <a:prstDash val="solid"/>
          </a:ln>
        </p:spPr>
      </p:sp>
      <p:sp>
        <p:nvSpPr>
          <p:cNvPr id="18" name="Shape 16"/>
          <p:cNvSpPr/>
          <p:nvPr/>
        </p:nvSpPr>
        <p:spPr>
          <a:xfrm>
            <a:off x="475488" y="566928"/>
            <a:ext cx="73152" cy="73152"/>
          </a:xfrm>
          <a:prstGeom prst="ellipse">
            <a:avLst/>
          </a:prstGeom>
          <a:solidFill>
            <a:srgbClr val="FFE083">
              <a:alpha val="80000"/>
            </a:srgbClr>
          </a:solidFill>
          <a:ln w="12700">
            <a:solidFill>
              <a:srgbClr val="FFE083">
                <a:alpha val="0"/>
              </a:srgbClr>
            </a:solidFill>
            <a:prstDash val="solid"/>
          </a:ln>
        </p:spPr>
      </p:sp>
      <p:sp>
        <p:nvSpPr>
          <p:cNvPr id="19" name="Shape 17"/>
          <p:cNvSpPr/>
          <p:nvPr/>
        </p:nvSpPr>
        <p:spPr>
          <a:xfrm>
            <a:off x="1234440" y="1819656"/>
            <a:ext cx="36576" cy="36576"/>
          </a:xfrm>
          <a:prstGeom prst="ellipse">
            <a:avLst/>
          </a:prstGeom>
          <a:solidFill>
            <a:srgbClr val="FFFFFF">
              <a:alpha val="68000"/>
            </a:srgbClr>
          </a:solidFill>
          <a:ln w="12700">
            <a:solidFill>
              <a:srgbClr val="FFFFFF">
                <a:alpha val="0"/>
              </a:srgbClr>
            </a:solidFill>
            <a:prstDash val="solid"/>
          </a:ln>
        </p:spPr>
      </p:sp>
      <p:sp>
        <p:nvSpPr>
          <p:cNvPr id="20" name="Shape 18"/>
          <p:cNvSpPr/>
          <p:nvPr/>
        </p:nvSpPr>
        <p:spPr>
          <a:xfrm>
            <a:off x="1993392" y="3072384"/>
            <a:ext cx="36576" cy="36576"/>
          </a:xfrm>
          <a:prstGeom prst="ellipse">
            <a:avLst/>
          </a:prstGeom>
          <a:solidFill>
            <a:srgbClr val="FFFFFF">
              <a:alpha val="68000"/>
            </a:srgbClr>
          </a:solidFill>
          <a:ln w="12700">
            <a:solidFill>
              <a:srgbClr val="FFFFFF">
                <a:alpha val="0"/>
              </a:srgbClr>
            </a:solidFill>
            <a:prstDash val="solid"/>
          </a:ln>
        </p:spPr>
      </p:sp>
      <p:sp>
        <p:nvSpPr>
          <p:cNvPr id="21" name="Shape 19"/>
          <p:cNvSpPr/>
          <p:nvPr/>
        </p:nvSpPr>
        <p:spPr>
          <a:xfrm>
            <a:off x="2752344" y="4325112"/>
            <a:ext cx="36576" cy="36576"/>
          </a:xfrm>
          <a:prstGeom prst="ellipse">
            <a:avLst/>
          </a:prstGeom>
          <a:solidFill>
            <a:srgbClr val="FFE083">
              <a:alpha val="80000"/>
            </a:srgbClr>
          </a:solidFill>
          <a:ln w="12700">
            <a:solidFill>
              <a:srgbClr val="FFE083">
                <a:alpha val="0"/>
              </a:srgbClr>
            </a:solidFill>
            <a:prstDash val="solid"/>
          </a:ln>
        </p:spPr>
      </p:sp>
      <p:sp>
        <p:nvSpPr>
          <p:cNvPr id="22" name="Shape 20"/>
          <p:cNvSpPr/>
          <p:nvPr/>
        </p:nvSpPr>
        <p:spPr>
          <a:xfrm>
            <a:off x="3511296" y="5577840"/>
            <a:ext cx="73152" cy="73152"/>
          </a:xfrm>
          <a:prstGeom prst="ellipse">
            <a:avLst/>
          </a:prstGeom>
          <a:solidFill>
            <a:srgbClr val="FFFFFF">
              <a:alpha val="68000"/>
            </a:srgbClr>
          </a:solidFill>
          <a:ln w="12700">
            <a:solidFill>
              <a:srgbClr val="FFFFFF">
                <a:alpha val="0"/>
              </a:srgbClr>
            </a:solidFill>
            <a:prstDash val="solid"/>
          </a:ln>
        </p:spPr>
      </p:sp>
      <p:sp>
        <p:nvSpPr>
          <p:cNvPr id="23" name="Shape 21"/>
          <p:cNvSpPr/>
          <p:nvPr/>
        </p:nvSpPr>
        <p:spPr>
          <a:xfrm>
            <a:off x="4270248" y="1161288"/>
            <a:ext cx="36576" cy="36576"/>
          </a:xfrm>
          <a:prstGeom prst="ellipse">
            <a:avLst/>
          </a:prstGeom>
          <a:solidFill>
            <a:srgbClr val="FFFFFF">
              <a:alpha val="68000"/>
            </a:srgbClr>
          </a:solidFill>
          <a:ln w="12700">
            <a:solidFill>
              <a:srgbClr val="FFFFFF">
                <a:alpha val="0"/>
              </a:srgbClr>
            </a:solidFill>
            <a:prstDash val="solid"/>
          </a:ln>
        </p:spPr>
      </p:sp>
      <p:sp>
        <p:nvSpPr>
          <p:cNvPr id="24" name="Shape 22"/>
          <p:cNvSpPr/>
          <p:nvPr/>
        </p:nvSpPr>
        <p:spPr>
          <a:xfrm>
            <a:off x="0" y="6364224"/>
            <a:ext cx="12191695" cy="493776"/>
          </a:xfrm>
          <a:prstGeom prst="rect">
            <a:avLst/>
          </a:prstGeom>
          <a:solidFill>
            <a:srgbClr val="33004F">
              <a:alpha val="88000"/>
            </a:srgbClr>
          </a:solidFill>
          <a:ln w="12700">
            <a:solidFill>
              <a:srgbClr val="33004F">
                <a:alpha val="0"/>
              </a:srgbClr>
            </a:solidFill>
            <a:prstDash val="solid"/>
          </a:ln>
        </p:spPr>
      </p:sp>
      <p:sp>
        <p:nvSpPr>
          <p:cNvPr id="25" name="Shape 23"/>
          <p:cNvSpPr/>
          <p:nvPr/>
        </p:nvSpPr>
        <p:spPr>
          <a:xfrm>
            <a:off x="502920" y="384048"/>
            <a:ext cx="4526280" cy="530352"/>
          </a:xfrm>
          <a:prstGeom prst="rect">
            <a:avLst/>
          </a:prstGeom>
          <a:solidFill>
            <a:srgbClr val="FFFFFF">
              <a:alpha val="96000"/>
            </a:srgbClr>
          </a:solidFill>
          <a:ln w="12700">
            <a:solidFill>
              <a:srgbClr val="FFFFFF">
                <a:alpha val="0"/>
              </a:srgbClr>
            </a:solidFill>
            <a:prstDash val="solid"/>
          </a:ln>
        </p:spPr>
      </p:sp>
      <p:sp>
        <p:nvSpPr>
          <p:cNvPr id="26" name="Text 24"/>
          <p:cNvSpPr/>
          <p:nvPr/>
        </p:nvSpPr>
        <p:spPr>
          <a:xfrm>
            <a:off x="658368" y="484632"/>
            <a:ext cx="4160520" cy="256032"/>
          </a:xfrm>
          <a:prstGeom prst="rect">
            <a:avLst/>
          </a:prstGeom>
          <a:noFill/>
          <a:ln/>
        </p:spPr>
        <p:txBody>
          <a:bodyPr wrap="square" rtlCol="0" anchor="ctr">
            <a:normAutofit/>
          </a:bodyPr>
          <a:lstStyle/>
          <a:p>
            <a:pPr indent="0" marL="0">
              <a:buNone/>
            </a:pPr>
            <a:r>
              <a:rPr lang="en-US" sz="1600" b="1" dirty="0">
                <a:solidFill>
                  <a:srgbClr val="E8005A"/>
                </a:solidFill>
                <a:latin typeface="Hiragino Sans" pitchFamily="34" charset="0"/>
                <a:ea typeface="Hiragino Sans" pitchFamily="34" charset="-122"/>
                <a:cs typeface="Hiragino Sans" pitchFamily="34" charset="-120"/>
              </a:rPr>
              <a:t>ELITE プラン 特別ページ  /  07</a:t>
            </a:r>
            <a:endParaRPr lang="en-US" sz="1600" dirty="0"/>
          </a:p>
        </p:txBody>
      </p:sp>
      <p:sp>
        <p:nvSpPr>
          <p:cNvPr id="27" name="Shape 25"/>
          <p:cNvSpPr/>
          <p:nvPr/>
        </p:nvSpPr>
        <p:spPr>
          <a:xfrm>
            <a:off x="502920" y="1143000"/>
            <a:ext cx="6995160" cy="822960"/>
          </a:xfrm>
          <a:prstGeom prst="rect">
            <a:avLst/>
          </a:prstGeom>
          <a:solidFill>
            <a:srgbClr val="E8005A"/>
          </a:solidFill>
          <a:ln w="12700">
            <a:solidFill>
              <a:srgbClr val="E8005A">
                <a:alpha val="0"/>
              </a:srgbClr>
            </a:solidFill>
            <a:prstDash val="solid"/>
          </a:ln>
        </p:spPr>
      </p:sp>
      <p:sp>
        <p:nvSpPr>
          <p:cNvPr id="28" name="Shape 26"/>
          <p:cNvSpPr/>
          <p:nvPr/>
        </p:nvSpPr>
        <p:spPr>
          <a:xfrm>
            <a:off x="6903720" y="1143000"/>
            <a:ext cx="1737360" cy="822960"/>
          </a:xfrm>
          <a:prstGeom prst="rect">
            <a:avLst/>
          </a:prstGeom>
          <a:solidFill>
            <a:srgbClr val="B00083"/>
          </a:solidFill>
          <a:ln w="12700">
            <a:solidFill>
              <a:srgbClr val="B00083">
                <a:alpha val="0"/>
              </a:srgbClr>
            </a:solidFill>
            <a:prstDash val="solid"/>
          </a:ln>
        </p:spPr>
      </p:sp>
      <p:sp>
        <p:nvSpPr>
          <p:cNvPr id="29" name="Text 27"/>
          <p:cNvSpPr/>
          <p:nvPr/>
        </p:nvSpPr>
        <p:spPr>
          <a:xfrm>
            <a:off x="749808" y="1271016"/>
            <a:ext cx="7086600" cy="438912"/>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Hiragino Sans" pitchFamily="34" charset="0"/>
                <a:ea typeface="Hiragino Sans" pitchFamily="34" charset="-122"/>
                <a:cs typeface="Hiragino Sans" pitchFamily="34" charset="-120"/>
              </a:rPr>
              <a:t>マネタイズの4つの出口</a:t>
            </a:r>
            <a:endParaRPr lang="en-US" sz="2900" dirty="0"/>
          </a:p>
        </p:txBody>
      </p:sp>
      <p:sp>
        <p:nvSpPr>
          <p:cNvPr id="30" name="Text 28"/>
          <p:cNvSpPr/>
          <p:nvPr/>
        </p:nvSpPr>
        <p:spPr>
          <a:xfrm>
            <a:off x="566928" y="2249424"/>
            <a:ext cx="4297680" cy="310896"/>
          </a:xfrm>
          <a:prstGeom prst="rect">
            <a:avLst/>
          </a:prstGeom>
          <a:noFill/>
          <a:ln/>
        </p:spPr>
        <p:txBody>
          <a:bodyPr wrap="square" rtlCol="0" anchor="ctr">
            <a:normAutofit/>
          </a:bodyPr>
          <a:lstStyle/>
          <a:p>
            <a:pPr indent="0" marL="0">
              <a:buNone/>
            </a:pPr>
            <a:r>
              <a:rPr lang="en-US" sz="1400" b="1" dirty="0">
                <a:solidFill>
                  <a:srgbClr val="E8005A"/>
                </a:solidFill>
                <a:latin typeface="Hiragino Sans" pitchFamily="34" charset="0"/>
                <a:ea typeface="Hiragino Sans" pitchFamily="34" charset="-122"/>
                <a:cs typeface="Hiragino Sans" pitchFamily="34" charset="-120"/>
              </a:rPr>
              <a:t>まずは自分で実現できる状態へ</a:t>
            </a:r>
            <a:endParaRPr lang="en-US" sz="1400" dirty="0"/>
          </a:p>
        </p:txBody>
      </p:sp>
      <p:sp>
        <p:nvSpPr>
          <p:cNvPr id="31" name="Text 29"/>
          <p:cNvSpPr/>
          <p:nvPr/>
        </p:nvSpPr>
        <p:spPr>
          <a:xfrm>
            <a:off x="566928" y="2596896"/>
            <a:ext cx="6217920" cy="987552"/>
          </a:xfrm>
          <a:prstGeom prst="rect">
            <a:avLst/>
          </a:prstGeom>
          <a:noFill/>
          <a:ln/>
        </p:spPr>
        <p:txBody>
          <a:bodyPr wrap="square" rtlCol="0" anchor="ctr">
            <a:normAutofit/>
          </a:bodyPr>
          <a:lstStyle/>
          <a:p>
            <a:pPr indent="0" marL="0">
              <a:buNone/>
            </a:pPr>
            <a:r>
              <a:rPr lang="en-US" sz="2500" b="1" dirty="0">
                <a:solidFill>
                  <a:srgbClr val="2B1B3A"/>
                </a:solidFill>
                <a:latin typeface="Hiragino Sans" pitchFamily="34" charset="0"/>
                <a:ea typeface="Hiragino Sans" pitchFamily="34" charset="-122"/>
                <a:cs typeface="Hiragino Sans" pitchFamily="34" charset="-120"/>
              </a:rPr>
              <a:t>業務改善から外販・プロダクト化まで、出口を選べる。</a:t>
            </a:r>
            <a:endParaRPr lang="en-US" sz="2500" dirty="0"/>
          </a:p>
        </p:txBody>
      </p:sp>
      <p:sp>
        <p:nvSpPr>
          <p:cNvPr id="32" name="Shape 30"/>
          <p:cNvSpPr/>
          <p:nvPr/>
        </p:nvSpPr>
        <p:spPr>
          <a:xfrm>
            <a:off x="658368" y="3657600"/>
            <a:ext cx="2286000" cy="658368"/>
          </a:xfrm>
          <a:prstGeom prst="roundRect">
            <a:avLst>
              <a:gd name="adj" fmla="val 11111"/>
            </a:avLst>
          </a:prstGeom>
          <a:solidFill>
            <a:srgbClr val="FFFFFF"/>
          </a:solidFill>
          <a:ln w="12700">
            <a:solidFill>
              <a:srgbClr val="FFFFFF">
                <a:alpha val="0"/>
              </a:srgbClr>
            </a:solidFill>
            <a:prstDash val="solid"/>
          </a:ln>
        </p:spPr>
      </p:sp>
      <p:sp>
        <p:nvSpPr>
          <p:cNvPr id="33" name="Text 31"/>
          <p:cNvSpPr/>
          <p:nvPr/>
        </p:nvSpPr>
        <p:spPr>
          <a:xfrm>
            <a:off x="804672" y="3840480"/>
            <a:ext cx="1993392" cy="219456"/>
          </a:xfrm>
          <a:prstGeom prst="rect">
            <a:avLst/>
          </a:prstGeom>
          <a:noFill/>
          <a:ln/>
        </p:spPr>
        <p:txBody>
          <a:bodyPr wrap="square" lIns="0" tIns="0" rIns="0" bIns="0" rtlCol="0" anchor="ctr">
            <a:normAutofit/>
          </a:bodyPr>
          <a:lstStyle/>
          <a:p>
            <a:pPr algn="ctr" indent="0" marL="0">
              <a:buNone/>
            </a:pPr>
            <a:r>
              <a:rPr lang="en-US" sz="1400" b="1" dirty="0">
                <a:solidFill>
                  <a:srgbClr val="E8005A"/>
                </a:solidFill>
                <a:latin typeface="Hiragino Sans" pitchFamily="34" charset="0"/>
                <a:ea typeface="Hiragino Sans" pitchFamily="34" charset="-122"/>
                <a:cs typeface="Hiragino Sans" pitchFamily="34" charset="-120"/>
              </a:rPr>
              <a:t>自分の業務で使う</a:t>
            </a:r>
            <a:endParaRPr lang="en-US" sz="1400" dirty="0"/>
          </a:p>
        </p:txBody>
      </p:sp>
      <p:sp>
        <p:nvSpPr>
          <p:cNvPr id="34" name="Shape 32"/>
          <p:cNvSpPr/>
          <p:nvPr/>
        </p:nvSpPr>
        <p:spPr>
          <a:xfrm>
            <a:off x="3246120" y="3657600"/>
            <a:ext cx="2286000" cy="658368"/>
          </a:xfrm>
          <a:prstGeom prst="roundRect">
            <a:avLst>
              <a:gd name="adj" fmla="val 11111"/>
            </a:avLst>
          </a:prstGeom>
          <a:solidFill>
            <a:srgbClr val="FFE6F3"/>
          </a:solidFill>
          <a:ln w="12700">
            <a:solidFill>
              <a:srgbClr val="FFE6F3">
                <a:alpha val="0"/>
              </a:srgbClr>
            </a:solidFill>
            <a:prstDash val="solid"/>
          </a:ln>
        </p:spPr>
      </p:sp>
      <p:sp>
        <p:nvSpPr>
          <p:cNvPr id="35" name="Text 33"/>
          <p:cNvSpPr/>
          <p:nvPr/>
        </p:nvSpPr>
        <p:spPr>
          <a:xfrm>
            <a:off x="3392424" y="3840480"/>
            <a:ext cx="1993392" cy="219456"/>
          </a:xfrm>
          <a:prstGeom prst="rect">
            <a:avLst/>
          </a:prstGeom>
          <a:noFill/>
          <a:ln/>
        </p:spPr>
        <p:txBody>
          <a:bodyPr wrap="square" lIns="0" tIns="0" rIns="0" bIns="0" rtlCol="0" anchor="ctr">
            <a:normAutofit/>
          </a:bodyPr>
          <a:lstStyle/>
          <a:p>
            <a:pPr algn="ctr" indent="0" marL="0">
              <a:buNone/>
            </a:pPr>
            <a:r>
              <a:rPr lang="en-US" sz="1400" b="1" dirty="0">
                <a:solidFill>
                  <a:srgbClr val="2B1B3A"/>
                </a:solidFill>
                <a:latin typeface="Hiragino Sans" pitchFamily="34" charset="0"/>
                <a:ea typeface="Hiragino Sans" pitchFamily="34" charset="-122"/>
                <a:cs typeface="Hiragino Sans" pitchFamily="34" charset="-120"/>
              </a:rPr>
              <a:t>自社でキャリアアップ</a:t>
            </a:r>
            <a:endParaRPr lang="en-US" sz="1400" dirty="0"/>
          </a:p>
        </p:txBody>
      </p:sp>
      <p:sp>
        <p:nvSpPr>
          <p:cNvPr id="36" name="Shape 34"/>
          <p:cNvSpPr/>
          <p:nvPr/>
        </p:nvSpPr>
        <p:spPr>
          <a:xfrm>
            <a:off x="658368" y="4617720"/>
            <a:ext cx="2286000" cy="658368"/>
          </a:xfrm>
          <a:prstGeom prst="roundRect">
            <a:avLst>
              <a:gd name="adj" fmla="val 11111"/>
            </a:avLst>
          </a:prstGeom>
          <a:solidFill>
            <a:srgbClr val="FFFFFF"/>
          </a:solidFill>
          <a:ln w="12700">
            <a:solidFill>
              <a:srgbClr val="FFFFFF">
                <a:alpha val="0"/>
              </a:srgbClr>
            </a:solidFill>
            <a:prstDash val="solid"/>
          </a:ln>
        </p:spPr>
      </p:sp>
      <p:sp>
        <p:nvSpPr>
          <p:cNvPr id="37" name="Text 35"/>
          <p:cNvSpPr/>
          <p:nvPr/>
        </p:nvSpPr>
        <p:spPr>
          <a:xfrm>
            <a:off x="804672" y="4800600"/>
            <a:ext cx="1993392" cy="219456"/>
          </a:xfrm>
          <a:prstGeom prst="rect">
            <a:avLst/>
          </a:prstGeom>
          <a:noFill/>
          <a:ln/>
        </p:spPr>
        <p:txBody>
          <a:bodyPr wrap="square" lIns="0" tIns="0" rIns="0" bIns="0" rtlCol="0" anchor="ctr">
            <a:normAutofit/>
          </a:bodyPr>
          <a:lstStyle/>
          <a:p>
            <a:pPr algn="ctr" indent="0" marL="0">
              <a:buNone/>
            </a:pPr>
            <a:r>
              <a:rPr lang="en-US" sz="1400" b="1" dirty="0">
                <a:solidFill>
                  <a:srgbClr val="2B1B3A"/>
                </a:solidFill>
                <a:latin typeface="Hiragino Sans" pitchFamily="34" charset="0"/>
                <a:ea typeface="Hiragino Sans" pitchFamily="34" charset="-122"/>
                <a:cs typeface="Hiragino Sans" pitchFamily="34" charset="-120"/>
              </a:rPr>
              <a:t>外販コンサル／パッケージ化</a:t>
            </a:r>
            <a:endParaRPr lang="en-US" sz="1400" dirty="0"/>
          </a:p>
        </p:txBody>
      </p:sp>
      <p:sp>
        <p:nvSpPr>
          <p:cNvPr id="38" name="Shape 36"/>
          <p:cNvSpPr/>
          <p:nvPr/>
        </p:nvSpPr>
        <p:spPr>
          <a:xfrm>
            <a:off x="3246120" y="4617720"/>
            <a:ext cx="2286000" cy="658368"/>
          </a:xfrm>
          <a:prstGeom prst="roundRect">
            <a:avLst>
              <a:gd name="adj" fmla="val 11111"/>
            </a:avLst>
          </a:prstGeom>
          <a:solidFill>
            <a:srgbClr val="FFE6F3"/>
          </a:solidFill>
          <a:ln w="12700">
            <a:solidFill>
              <a:srgbClr val="FFE6F3">
                <a:alpha val="0"/>
              </a:srgbClr>
            </a:solidFill>
            <a:prstDash val="solid"/>
          </a:ln>
        </p:spPr>
      </p:sp>
      <p:sp>
        <p:nvSpPr>
          <p:cNvPr id="39" name="Text 37"/>
          <p:cNvSpPr/>
          <p:nvPr/>
        </p:nvSpPr>
        <p:spPr>
          <a:xfrm>
            <a:off x="3392424" y="4800600"/>
            <a:ext cx="1993392" cy="219456"/>
          </a:xfrm>
          <a:prstGeom prst="rect">
            <a:avLst/>
          </a:prstGeom>
          <a:noFill/>
          <a:ln/>
        </p:spPr>
        <p:txBody>
          <a:bodyPr wrap="square" lIns="0" tIns="0" rIns="0" bIns="0" rtlCol="0" anchor="ctr">
            <a:normAutofit/>
          </a:bodyPr>
          <a:lstStyle/>
          <a:p>
            <a:pPr algn="ctr" indent="0" marL="0">
              <a:buNone/>
            </a:pPr>
            <a:r>
              <a:rPr lang="en-US" sz="1400" b="1" dirty="0">
                <a:solidFill>
                  <a:srgbClr val="2B1B3A"/>
                </a:solidFill>
                <a:latin typeface="Hiragino Sans" pitchFamily="34" charset="0"/>
                <a:ea typeface="Hiragino Sans" pitchFamily="34" charset="-122"/>
                <a:cs typeface="Hiragino Sans" pitchFamily="34" charset="-120"/>
              </a:rPr>
              <a:t>自社プロダクト／サービス</a:t>
            </a:r>
            <a:endParaRPr lang="en-US" sz="1400" dirty="0"/>
          </a:p>
        </p:txBody>
      </p:sp>
      <p:sp>
        <p:nvSpPr>
          <p:cNvPr id="40" name="Shape 38"/>
          <p:cNvSpPr/>
          <p:nvPr/>
        </p:nvSpPr>
        <p:spPr>
          <a:xfrm>
            <a:off x="8321040" y="960120"/>
            <a:ext cx="3429000" cy="3429000"/>
          </a:xfrm>
          <a:prstGeom prst="ellipse">
            <a:avLst/>
          </a:prstGeom>
          <a:solidFill>
            <a:srgbClr val="FFE083">
              <a:alpha val="37000"/>
            </a:srgbClr>
          </a:solidFill>
          <a:ln w="12700">
            <a:solidFill>
              <a:srgbClr val="FFE083">
                <a:alpha val="0"/>
              </a:srgbClr>
            </a:solidFill>
            <a:prstDash val="solid"/>
          </a:ln>
        </p:spPr>
      </p:sp>
      <p:sp>
        <p:nvSpPr>
          <p:cNvPr id="41" name="Shape 39"/>
          <p:cNvSpPr/>
          <p:nvPr/>
        </p:nvSpPr>
        <p:spPr>
          <a:xfrm>
            <a:off x="8823960" y="1325880"/>
            <a:ext cx="621792" cy="621792"/>
          </a:xfrm>
          <a:prstGeom prst="ellipse">
            <a:avLst/>
          </a:prstGeom>
          <a:solidFill>
            <a:srgbClr val="2A1D36"/>
          </a:solidFill>
          <a:ln w="12700">
            <a:solidFill>
              <a:srgbClr val="2A1D36">
                <a:alpha val="0"/>
              </a:srgbClr>
            </a:solidFill>
            <a:prstDash val="solid"/>
          </a:ln>
        </p:spPr>
      </p:sp>
      <p:sp>
        <p:nvSpPr>
          <p:cNvPr id="42" name="Shape 40"/>
          <p:cNvSpPr/>
          <p:nvPr/>
        </p:nvSpPr>
        <p:spPr>
          <a:xfrm rot="1080000">
            <a:off x="8577072" y="1115568"/>
            <a:ext cx="1005840" cy="731520"/>
          </a:xfrm>
          <a:prstGeom prst="arc">
            <a:avLst/>
          </a:prstGeom>
          <a:solidFill>
            <a:srgbClr val="191121">
              <a:alpha val="0"/>
            </a:srgbClr>
          </a:solidFill>
          <a:ln w="76200">
            <a:solidFill>
              <a:srgbClr val="191121"/>
            </a:solidFill>
            <a:prstDash val="solid"/>
          </a:ln>
        </p:spPr>
      </p:sp>
      <p:sp>
        <p:nvSpPr>
          <p:cNvPr id="43" name="Shape 41"/>
          <p:cNvSpPr/>
          <p:nvPr/>
        </p:nvSpPr>
        <p:spPr>
          <a:xfrm rot="5400000">
            <a:off x="8549640" y="1993392"/>
            <a:ext cx="1325880" cy="1417320"/>
          </a:xfrm>
          <a:prstGeom prst="chevron">
            <a:avLst/>
          </a:prstGeom>
          <a:solidFill>
            <a:srgbClr val="24214C"/>
          </a:solidFill>
          <a:ln w="12700">
            <a:solidFill>
              <a:srgbClr val="24214C">
                <a:alpha val="0"/>
              </a:srgbClr>
            </a:solidFill>
            <a:prstDash val="solid"/>
          </a:ln>
        </p:spPr>
      </p:sp>
      <p:sp>
        <p:nvSpPr>
          <p:cNvPr id="44" name="Shape 42"/>
          <p:cNvSpPr/>
          <p:nvPr/>
        </p:nvSpPr>
        <p:spPr>
          <a:xfrm>
            <a:off x="9646920" y="2926080"/>
            <a:ext cx="1417320" cy="822960"/>
          </a:xfrm>
          <a:prstGeom prst="rect">
            <a:avLst/>
          </a:prstGeom>
          <a:solidFill>
            <a:srgbClr val="EFEAF7"/>
          </a:solidFill>
          <a:ln w="12700">
            <a:solidFill>
              <a:srgbClr val="D3C4E8"/>
            </a:solidFill>
            <a:prstDash val="solid"/>
          </a:ln>
        </p:spPr>
      </p:sp>
      <p:sp>
        <p:nvSpPr>
          <p:cNvPr id="45" name="Shape 43"/>
          <p:cNvSpPr/>
          <p:nvPr/>
        </p:nvSpPr>
        <p:spPr>
          <a:xfrm>
            <a:off x="9464040" y="3767328"/>
            <a:ext cx="1965960" cy="146304"/>
          </a:xfrm>
          <a:prstGeom prst="rect">
            <a:avLst/>
          </a:prstGeom>
          <a:solidFill>
            <a:srgbClr val="BFC0D6"/>
          </a:solidFill>
          <a:ln w="12700">
            <a:solidFill>
              <a:srgbClr val="BFC0D6">
                <a:alpha val="0"/>
              </a:srgbClr>
            </a:solidFill>
            <a:prstDash val="solid"/>
          </a:ln>
        </p:spPr>
      </p:sp>
      <p:sp>
        <p:nvSpPr>
          <p:cNvPr id="46" name="Text 44"/>
          <p:cNvSpPr/>
          <p:nvPr/>
        </p:nvSpPr>
        <p:spPr>
          <a:xfrm>
            <a:off x="8229600" y="868680"/>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47" name="Text 45"/>
          <p:cNvSpPr/>
          <p:nvPr/>
        </p:nvSpPr>
        <p:spPr>
          <a:xfrm rot="420000">
            <a:off x="8567928" y="1353312"/>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48" name="Text 46"/>
          <p:cNvSpPr/>
          <p:nvPr/>
        </p:nvSpPr>
        <p:spPr>
          <a:xfrm rot="840000">
            <a:off x="8906256" y="1837944"/>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49" name="Text 47"/>
          <p:cNvSpPr/>
          <p:nvPr/>
        </p:nvSpPr>
        <p:spPr>
          <a:xfrm rot="1260000">
            <a:off x="9244584" y="2322576"/>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0" name="Text 48"/>
          <p:cNvSpPr/>
          <p:nvPr/>
        </p:nvSpPr>
        <p:spPr>
          <a:xfrm rot="1680000">
            <a:off x="9582912" y="2807208"/>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1" name="Text 49"/>
          <p:cNvSpPr/>
          <p:nvPr/>
        </p:nvSpPr>
        <p:spPr>
          <a:xfrm rot="2100000">
            <a:off x="9921240" y="3291840"/>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2" name="Text 50"/>
          <p:cNvSpPr/>
          <p:nvPr/>
        </p:nvSpPr>
        <p:spPr>
          <a:xfrm rot="2520000">
            <a:off x="10259568" y="3776472"/>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3" name="Text 51"/>
          <p:cNvSpPr/>
          <p:nvPr/>
        </p:nvSpPr>
        <p:spPr>
          <a:xfrm rot="2940000">
            <a:off x="10597896" y="4261104"/>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4" name="Text 52"/>
          <p:cNvSpPr/>
          <p:nvPr/>
        </p:nvSpPr>
        <p:spPr>
          <a:xfrm rot="3360000">
            <a:off x="10936224" y="1179576"/>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5" name="Text 53"/>
          <p:cNvSpPr/>
          <p:nvPr/>
        </p:nvSpPr>
        <p:spPr>
          <a:xfrm rot="3780000">
            <a:off x="11274552" y="1664208"/>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6" name="Text 54"/>
          <p:cNvSpPr/>
          <p:nvPr/>
        </p:nvSpPr>
        <p:spPr>
          <a:xfrm rot="4200000">
            <a:off x="8412480" y="2148840"/>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7" name="Text 55"/>
          <p:cNvSpPr/>
          <p:nvPr/>
        </p:nvSpPr>
        <p:spPr>
          <a:xfrm rot="4620000">
            <a:off x="8750808" y="2633472"/>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8" name="Text 56"/>
          <p:cNvSpPr/>
          <p:nvPr/>
        </p:nvSpPr>
        <p:spPr>
          <a:xfrm rot="5040000">
            <a:off x="9089136" y="3118104"/>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9" name="Text 57"/>
          <p:cNvSpPr/>
          <p:nvPr/>
        </p:nvSpPr>
        <p:spPr>
          <a:xfrm rot="5460000">
            <a:off x="9427464" y="3602736"/>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60" name="Text 58"/>
          <p:cNvSpPr/>
          <p:nvPr/>
        </p:nvSpPr>
        <p:spPr>
          <a:xfrm>
            <a:off x="530352" y="6473952"/>
            <a:ext cx="4023360" cy="164592"/>
          </a:xfrm>
          <a:prstGeom prst="rect">
            <a:avLst/>
          </a:prstGeom>
          <a:noFill/>
          <a:ln/>
        </p:spPr>
        <p:txBody>
          <a:bodyPr wrap="square" rtlCol="0" anchor="ctr"/>
          <a:lstStyle/>
          <a:p>
            <a:pPr indent="0" marL="0">
              <a:buNone/>
            </a:pPr>
            <a:r>
              <a:rPr lang="en-US" sz="800" dirty="0">
                <a:solidFill>
                  <a:srgbClr val="FBD7FF"/>
                </a:solidFill>
                <a:latin typeface="Avenir Next" pitchFamily="34" charset="0"/>
                <a:ea typeface="Avenir Next" pitchFamily="34" charset="-122"/>
                <a:cs typeface="Avenir Next" pitchFamily="34" charset="-120"/>
              </a:rPr>
              <a:t>ELITE Plan / Agent Customization Program</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9D3F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5C1FA"/>
          </a:solidFill>
          <a:ln w="12700">
            <a:solidFill>
              <a:srgbClr val="F5C1FA"/>
            </a:solidFill>
            <a:prstDash val="solid"/>
          </a:ln>
        </p:spPr>
      </p:sp>
      <p:sp>
        <p:nvSpPr>
          <p:cNvPr id="3" name="Shape 1"/>
          <p:cNvSpPr/>
          <p:nvPr/>
        </p:nvSpPr>
        <p:spPr>
          <a:xfrm>
            <a:off x="0" y="0"/>
            <a:ext cx="12191695" cy="6858000"/>
          </a:xfrm>
          <a:prstGeom prst="rect">
            <a:avLst/>
          </a:prstGeom>
          <a:solidFill>
            <a:srgbClr val="7B18D8">
              <a:alpha val="48000"/>
            </a:srgbClr>
          </a:solidFill>
          <a:ln w="12700">
            <a:solidFill>
              <a:srgbClr val="7B18D8">
                <a:alpha val="0"/>
              </a:srgbClr>
            </a:solidFill>
            <a:prstDash val="solid"/>
          </a:ln>
        </p:spPr>
      </p:sp>
      <p:sp>
        <p:nvSpPr>
          <p:cNvPr id="4" name="Shape 2"/>
          <p:cNvSpPr/>
          <p:nvPr/>
        </p:nvSpPr>
        <p:spPr>
          <a:xfrm rot="20880000">
            <a:off x="-1463040" y="-731520"/>
            <a:ext cx="8412480" cy="4754880"/>
          </a:xfrm>
          <a:prstGeom prst="arc">
            <a:avLst/>
          </a:prstGeom>
          <a:solidFill>
            <a:srgbClr val="FFFFFF">
              <a:alpha val="0"/>
            </a:srgbClr>
          </a:solidFill>
          <a:ln w="27940">
            <a:solidFill>
              <a:srgbClr val="FFFFFF">
                <a:alpha val="46000"/>
              </a:srgbClr>
            </a:solidFill>
            <a:prstDash val="solid"/>
          </a:ln>
        </p:spPr>
      </p:sp>
      <p:sp>
        <p:nvSpPr>
          <p:cNvPr id="5" name="Shape 3"/>
          <p:cNvSpPr/>
          <p:nvPr/>
        </p:nvSpPr>
        <p:spPr>
          <a:xfrm rot="720000">
            <a:off x="2926080" y="182880"/>
            <a:ext cx="8046720" cy="4572000"/>
          </a:xfrm>
          <a:prstGeom prst="arc">
            <a:avLst/>
          </a:prstGeom>
          <a:solidFill>
            <a:srgbClr val="FFFFFF">
              <a:alpha val="0"/>
            </a:srgbClr>
          </a:solidFill>
          <a:ln w="17780">
            <a:solidFill>
              <a:srgbClr val="FFFFFF">
                <a:alpha val="32000"/>
              </a:srgbClr>
            </a:solidFill>
            <a:prstDash val="solid"/>
          </a:ln>
        </p:spPr>
      </p:sp>
      <p:sp>
        <p:nvSpPr>
          <p:cNvPr id="6" name="Shape 4"/>
          <p:cNvSpPr/>
          <p:nvPr/>
        </p:nvSpPr>
        <p:spPr>
          <a:xfrm>
            <a:off x="2167128" y="2935224"/>
            <a:ext cx="73152" cy="73152"/>
          </a:xfrm>
          <a:prstGeom prst="ellipse">
            <a:avLst/>
          </a:prstGeom>
          <a:solidFill>
            <a:srgbClr val="FFE083">
              <a:alpha val="80000"/>
            </a:srgbClr>
          </a:solidFill>
          <a:ln w="12700">
            <a:solidFill>
              <a:srgbClr val="FFE083">
                <a:alpha val="0"/>
              </a:srgbClr>
            </a:solidFill>
            <a:prstDash val="solid"/>
          </a:ln>
        </p:spPr>
      </p:sp>
      <p:sp>
        <p:nvSpPr>
          <p:cNvPr id="7" name="Shape 5"/>
          <p:cNvSpPr/>
          <p:nvPr/>
        </p:nvSpPr>
        <p:spPr>
          <a:xfrm>
            <a:off x="2926080" y="4187952"/>
            <a:ext cx="36576" cy="36576"/>
          </a:xfrm>
          <a:prstGeom prst="ellipse">
            <a:avLst/>
          </a:prstGeom>
          <a:solidFill>
            <a:srgbClr val="FFFFFF">
              <a:alpha val="68000"/>
            </a:srgbClr>
          </a:solidFill>
          <a:ln w="12700">
            <a:solidFill>
              <a:srgbClr val="FFFFFF">
                <a:alpha val="0"/>
              </a:srgbClr>
            </a:solidFill>
            <a:prstDash val="solid"/>
          </a:ln>
        </p:spPr>
      </p:sp>
      <p:sp>
        <p:nvSpPr>
          <p:cNvPr id="8" name="Shape 6"/>
          <p:cNvSpPr/>
          <p:nvPr/>
        </p:nvSpPr>
        <p:spPr>
          <a:xfrm>
            <a:off x="3685032" y="5440680"/>
            <a:ext cx="36576" cy="36576"/>
          </a:xfrm>
          <a:prstGeom prst="ellipse">
            <a:avLst/>
          </a:prstGeom>
          <a:solidFill>
            <a:srgbClr val="FFFFFF">
              <a:alpha val="68000"/>
            </a:srgbClr>
          </a:solidFill>
          <a:ln w="12700">
            <a:solidFill>
              <a:srgbClr val="FFFFFF">
                <a:alpha val="0"/>
              </a:srgbClr>
            </a:solidFill>
            <a:prstDash val="solid"/>
          </a:ln>
        </p:spPr>
      </p:sp>
      <p:sp>
        <p:nvSpPr>
          <p:cNvPr id="9" name="Shape 7"/>
          <p:cNvSpPr/>
          <p:nvPr/>
        </p:nvSpPr>
        <p:spPr>
          <a:xfrm>
            <a:off x="4443984" y="1024128"/>
            <a:ext cx="36576" cy="36576"/>
          </a:xfrm>
          <a:prstGeom prst="ellipse">
            <a:avLst/>
          </a:prstGeom>
          <a:solidFill>
            <a:srgbClr val="FFE083">
              <a:alpha val="80000"/>
            </a:srgbClr>
          </a:solidFill>
          <a:ln w="12700">
            <a:solidFill>
              <a:srgbClr val="FFE083">
                <a:alpha val="0"/>
              </a:srgbClr>
            </a:solidFill>
            <a:prstDash val="solid"/>
          </a:ln>
        </p:spPr>
      </p:sp>
      <p:sp>
        <p:nvSpPr>
          <p:cNvPr id="10" name="Shape 8"/>
          <p:cNvSpPr/>
          <p:nvPr/>
        </p:nvSpPr>
        <p:spPr>
          <a:xfrm>
            <a:off x="5202936" y="2276856"/>
            <a:ext cx="73152" cy="73152"/>
          </a:xfrm>
          <a:prstGeom prst="ellipse">
            <a:avLst/>
          </a:prstGeom>
          <a:solidFill>
            <a:srgbClr val="FFFFFF">
              <a:alpha val="68000"/>
            </a:srgbClr>
          </a:solidFill>
          <a:ln w="12700">
            <a:solidFill>
              <a:srgbClr val="FFFFFF">
                <a:alpha val="0"/>
              </a:srgbClr>
            </a:solidFill>
            <a:prstDash val="solid"/>
          </a:ln>
        </p:spPr>
      </p:sp>
      <p:sp>
        <p:nvSpPr>
          <p:cNvPr id="11" name="Shape 9"/>
          <p:cNvSpPr/>
          <p:nvPr/>
        </p:nvSpPr>
        <p:spPr>
          <a:xfrm>
            <a:off x="5961888" y="3529584"/>
            <a:ext cx="36576" cy="36576"/>
          </a:xfrm>
          <a:prstGeom prst="ellipse">
            <a:avLst/>
          </a:prstGeom>
          <a:solidFill>
            <a:srgbClr val="FFFFFF">
              <a:alpha val="68000"/>
            </a:srgbClr>
          </a:solidFill>
          <a:ln w="12700">
            <a:solidFill>
              <a:srgbClr val="FFFFFF">
                <a:alpha val="0"/>
              </a:srgbClr>
            </a:solidFill>
            <a:prstDash val="solid"/>
          </a:ln>
        </p:spPr>
      </p:sp>
      <p:sp>
        <p:nvSpPr>
          <p:cNvPr id="12" name="Shape 10"/>
          <p:cNvSpPr/>
          <p:nvPr/>
        </p:nvSpPr>
        <p:spPr>
          <a:xfrm>
            <a:off x="6720840" y="4782312"/>
            <a:ext cx="36576" cy="36576"/>
          </a:xfrm>
          <a:prstGeom prst="ellipse">
            <a:avLst/>
          </a:prstGeom>
          <a:solidFill>
            <a:srgbClr val="FFE083">
              <a:alpha val="80000"/>
            </a:srgbClr>
          </a:solidFill>
          <a:ln w="12700">
            <a:solidFill>
              <a:srgbClr val="FFE083">
                <a:alpha val="0"/>
              </a:srgbClr>
            </a:solidFill>
            <a:prstDash val="solid"/>
          </a:ln>
        </p:spPr>
      </p:sp>
      <p:sp>
        <p:nvSpPr>
          <p:cNvPr id="13" name="Shape 11"/>
          <p:cNvSpPr/>
          <p:nvPr/>
        </p:nvSpPr>
        <p:spPr>
          <a:xfrm>
            <a:off x="7479792" y="365760"/>
            <a:ext cx="36576" cy="36576"/>
          </a:xfrm>
          <a:prstGeom prst="ellipse">
            <a:avLst/>
          </a:prstGeom>
          <a:solidFill>
            <a:srgbClr val="FFFFFF">
              <a:alpha val="68000"/>
            </a:srgbClr>
          </a:solidFill>
          <a:ln w="12700">
            <a:solidFill>
              <a:srgbClr val="FFFFFF">
                <a:alpha val="0"/>
              </a:srgbClr>
            </a:solidFill>
            <a:prstDash val="solid"/>
          </a:ln>
        </p:spPr>
      </p:sp>
      <p:sp>
        <p:nvSpPr>
          <p:cNvPr id="14" name="Shape 12"/>
          <p:cNvSpPr/>
          <p:nvPr/>
        </p:nvSpPr>
        <p:spPr>
          <a:xfrm>
            <a:off x="8238744" y="1618488"/>
            <a:ext cx="73152" cy="73152"/>
          </a:xfrm>
          <a:prstGeom prst="ellipse">
            <a:avLst/>
          </a:prstGeom>
          <a:solidFill>
            <a:srgbClr val="FFFFFF">
              <a:alpha val="68000"/>
            </a:srgbClr>
          </a:solidFill>
          <a:ln w="12700">
            <a:solidFill>
              <a:srgbClr val="FFFFFF">
                <a:alpha val="0"/>
              </a:srgbClr>
            </a:solidFill>
            <a:prstDash val="solid"/>
          </a:ln>
        </p:spPr>
      </p:sp>
      <p:sp>
        <p:nvSpPr>
          <p:cNvPr id="15" name="Shape 13"/>
          <p:cNvSpPr/>
          <p:nvPr/>
        </p:nvSpPr>
        <p:spPr>
          <a:xfrm>
            <a:off x="8997696" y="2871216"/>
            <a:ext cx="36576" cy="36576"/>
          </a:xfrm>
          <a:prstGeom prst="ellipse">
            <a:avLst/>
          </a:prstGeom>
          <a:solidFill>
            <a:srgbClr val="FFE083">
              <a:alpha val="80000"/>
            </a:srgbClr>
          </a:solidFill>
          <a:ln w="12700">
            <a:solidFill>
              <a:srgbClr val="FFE083">
                <a:alpha val="0"/>
              </a:srgbClr>
            </a:solidFill>
            <a:prstDash val="solid"/>
          </a:ln>
        </p:spPr>
      </p:sp>
      <p:sp>
        <p:nvSpPr>
          <p:cNvPr id="16" name="Shape 14"/>
          <p:cNvSpPr/>
          <p:nvPr/>
        </p:nvSpPr>
        <p:spPr>
          <a:xfrm>
            <a:off x="9756648" y="4123944"/>
            <a:ext cx="36576" cy="36576"/>
          </a:xfrm>
          <a:prstGeom prst="ellipse">
            <a:avLst/>
          </a:prstGeom>
          <a:solidFill>
            <a:srgbClr val="FFFFFF">
              <a:alpha val="68000"/>
            </a:srgbClr>
          </a:solidFill>
          <a:ln w="12700">
            <a:solidFill>
              <a:srgbClr val="FFFFFF">
                <a:alpha val="0"/>
              </a:srgbClr>
            </a:solidFill>
            <a:prstDash val="solid"/>
          </a:ln>
        </p:spPr>
      </p:sp>
      <p:sp>
        <p:nvSpPr>
          <p:cNvPr id="17" name="Shape 15"/>
          <p:cNvSpPr/>
          <p:nvPr/>
        </p:nvSpPr>
        <p:spPr>
          <a:xfrm>
            <a:off x="10515600" y="5376672"/>
            <a:ext cx="36576" cy="36576"/>
          </a:xfrm>
          <a:prstGeom prst="ellipse">
            <a:avLst/>
          </a:prstGeom>
          <a:solidFill>
            <a:srgbClr val="FFFFFF">
              <a:alpha val="68000"/>
            </a:srgbClr>
          </a:solidFill>
          <a:ln w="12700">
            <a:solidFill>
              <a:srgbClr val="FFFFFF">
                <a:alpha val="0"/>
              </a:srgbClr>
            </a:solidFill>
            <a:prstDash val="solid"/>
          </a:ln>
        </p:spPr>
      </p:sp>
      <p:sp>
        <p:nvSpPr>
          <p:cNvPr id="18" name="Shape 16"/>
          <p:cNvSpPr/>
          <p:nvPr/>
        </p:nvSpPr>
        <p:spPr>
          <a:xfrm>
            <a:off x="758952" y="960120"/>
            <a:ext cx="73152" cy="73152"/>
          </a:xfrm>
          <a:prstGeom prst="ellipse">
            <a:avLst/>
          </a:prstGeom>
          <a:solidFill>
            <a:srgbClr val="FFE083">
              <a:alpha val="80000"/>
            </a:srgbClr>
          </a:solidFill>
          <a:ln w="12700">
            <a:solidFill>
              <a:srgbClr val="FFE083">
                <a:alpha val="0"/>
              </a:srgbClr>
            </a:solidFill>
            <a:prstDash val="solid"/>
          </a:ln>
        </p:spPr>
      </p:sp>
      <p:sp>
        <p:nvSpPr>
          <p:cNvPr id="19" name="Shape 17"/>
          <p:cNvSpPr/>
          <p:nvPr/>
        </p:nvSpPr>
        <p:spPr>
          <a:xfrm>
            <a:off x="1517904" y="2212848"/>
            <a:ext cx="36576" cy="36576"/>
          </a:xfrm>
          <a:prstGeom prst="ellipse">
            <a:avLst/>
          </a:prstGeom>
          <a:solidFill>
            <a:srgbClr val="FFFFFF">
              <a:alpha val="68000"/>
            </a:srgbClr>
          </a:solidFill>
          <a:ln w="12700">
            <a:solidFill>
              <a:srgbClr val="FFFFFF">
                <a:alpha val="0"/>
              </a:srgbClr>
            </a:solidFill>
            <a:prstDash val="solid"/>
          </a:ln>
        </p:spPr>
      </p:sp>
      <p:sp>
        <p:nvSpPr>
          <p:cNvPr id="20" name="Shape 18"/>
          <p:cNvSpPr/>
          <p:nvPr/>
        </p:nvSpPr>
        <p:spPr>
          <a:xfrm>
            <a:off x="2276856" y="3465576"/>
            <a:ext cx="36576" cy="36576"/>
          </a:xfrm>
          <a:prstGeom prst="ellipse">
            <a:avLst/>
          </a:prstGeom>
          <a:solidFill>
            <a:srgbClr val="FFFFFF">
              <a:alpha val="68000"/>
            </a:srgbClr>
          </a:solidFill>
          <a:ln w="12700">
            <a:solidFill>
              <a:srgbClr val="FFFFFF">
                <a:alpha val="0"/>
              </a:srgbClr>
            </a:solidFill>
            <a:prstDash val="solid"/>
          </a:ln>
        </p:spPr>
      </p:sp>
      <p:sp>
        <p:nvSpPr>
          <p:cNvPr id="21" name="Shape 19"/>
          <p:cNvSpPr/>
          <p:nvPr/>
        </p:nvSpPr>
        <p:spPr>
          <a:xfrm>
            <a:off x="3035808" y="4718304"/>
            <a:ext cx="36576" cy="36576"/>
          </a:xfrm>
          <a:prstGeom prst="ellipse">
            <a:avLst/>
          </a:prstGeom>
          <a:solidFill>
            <a:srgbClr val="FFE083">
              <a:alpha val="80000"/>
            </a:srgbClr>
          </a:solidFill>
          <a:ln w="12700">
            <a:solidFill>
              <a:srgbClr val="FFE083">
                <a:alpha val="0"/>
              </a:srgbClr>
            </a:solidFill>
            <a:prstDash val="solid"/>
          </a:ln>
        </p:spPr>
      </p:sp>
      <p:sp>
        <p:nvSpPr>
          <p:cNvPr id="22" name="Shape 20"/>
          <p:cNvSpPr/>
          <p:nvPr/>
        </p:nvSpPr>
        <p:spPr>
          <a:xfrm>
            <a:off x="3794760" y="301752"/>
            <a:ext cx="73152" cy="73152"/>
          </a:xfrm>
          <a:prstGeom prst="ellipse">
            <a:avLst/>
          </a:prstGeom>
          <a:solidFill>
            <a:srgbClr val="FFFFFF">
              <a:alpha val="68000"/>
            </a:srgbClr>
          </a:solidFill>
          <a:ln w="12700">
            <a:solidFill>
              <a:srgbClr val="FFFFFF">
                <a:alpha val="0"/>
              </a:srgbClr>
            </a:solidFill>
            <a:prstDash val="solid"/>
          </a:ln>
        </p:spPr>
      </p:sp>
      <p:sp>
        <p:nvSpPr>
          <p:cNvPr id="23" name="Shape 21"/>
          <p:cNvSpPr/>
          <p:nvPr/>
        </p:nvSpPr>
        <p:spPr>
          <a:xfrm>
            <a:off x="4553712" y="1554480"/>
            <a:ext cx="36576" cy="36576"/>
          </a:xfrm>
          <a:prstGeom prst="ellipse">
            <a:avLst/>
          </a:prstGeom>
          <a:solidFill>
            <a:srgbClr val="FFFFFF">
              <a:alpha val="68000"/>
            </a:srgbClr>
          </a:solidFill>
          <a:ln w="12700">
            <a:solidFill>
              <a:srgbClr val="FFFFFF">
                <a:alpha val="0"/>
              </a:srgbClr>
            </a:solidFill>
            <a:prstDash val="solid"/>
          </a:ln>
        </p:spPr>
      </p:sp>
      <p:sp>
        <p:nvSpPr>
          <p:cNvPr id="24" name="Shape 22"/>
          <p:cNvSpPr/>
          <p:nvPr/>
        </p:nvSpPr>
        <p:spPr>
          <a:xfrm>
            <a:off x="0" y="6364224"/>
            <a:ext cx="12191695" cy="493776"/>
          </a:xfrm>
          <a:prstGeom prst="rect">
            <a:avLst/>
          </a:prstGeom>
          <a:solidFill>
            <a:srgbClr val="33004F">
              <a:alpha val="88000"/>
            </a:srgbClr>
          </a:solidFill>
          <a:ln w="12700">
            <a:solidFill>
              <a:srgbClr val="33004F">
                <a:alpha val="0"/>
              </a:srgbClr>
            </a:solidFill>
            <a:prstDash val="solid"/>
          </a:ln>
        </p:spPr>
      </p:sp>
      <p:sp>
        <p:nvSpPr>
          <p:cNvPr id="25" name="Shape 23"/>
          <p:cNvSpPr/>
          <p:nvPr/>
        </p:nvSpPr>
        <p:spPr>
          <a:xfrm>
            <a:off x="502920" y="384048"/>
            <a:ext cx="4526280" cy="530352"/>
          </a:xfrm>
          <a:prstGeom prst="rect">
            <a:avLst/>
          </a:prstGeom>
          <a:solidFill>
            <a:srgbClr val="FFFFFF">
              <a:alpha val="96000"/>
            </a:srgbClr>
          </a:solidFill>
          <a:ln w="12700">
            <a:solidFill>
              <a:srgbClr val="FFFFFF">
                <a:alpha val="0"/>
              </a:srgbClr>
            </a:solidFill>
            <a:prstDash val="solid"/>
          </a:ln>
        </p:spPr>
      </p:sp>
      <p:sp>
        <p:nvSpPr>
          <p:cNvPr id="26" name="Text 24"/>
          <p:cNvSpPr/>
          <p:nvPr/>
        </p:nvSpPr>
        <p:spPr>
          <a:xfrm>
            <a:off x="658368" y="484632"/>
            <a:ext cx="4160520" cy="256032"/>
          </a:xfrm>
          <a:prstGeom prst="rect">
            <a:avLst/>
          </a:prstGeom>
          <a:noFill/>
          <a:ln/>
        </p:spPr>
        <p:txBody>
          <a:bodyPr wrap="square" rtlCol="0" anchor="ctr">
            <a:normAutofit/>
          </a:bodyPr>
          <a:lstStyle/>
          <a:p>
            <a:pPr indent="0" marL="0">
              <a:buNone/>
            </a:pPr>
            <a:r>
              <a:rPr lang="en-US" sz="1600" b="1" dirty="0">
                <a:solidFill>
                  <a:srgbClr val="E8005A"/>
                </a:solidFill>
                <a:latin typeface="Hiragino Sans" pitchFamily="34" charset="0"/>
                <a:ea typeface="Hiragino Sans" pitchFamily="34" charset="-122"/>
                <a:cs typeface="Hiragino Sans" pitchFamily="34" charset="-120"/>
              </a:rPr>
              <a:t>ELITE プラン 特別ページ  /  08</a:t>
            </a:r>
            <a:endParaRPr lang="en-US" sz="1600" dirty="0"/>
          </a:p>
        </p:txBody>
      </p:sp>
      <p:sp>
        <p:nvSpPr>
          <p:cNvPr id="27" name="Shape 25"/>
          <p:cNvSpPr/>
          <p:nvPr/>
        </p:nvSpPr>
        <p:spPr>
          <a:xfrm>
            <a:off x="502920" y="1143000"/>
            <a:ext cx="6995160" cy="822960"/>
          </a:xfrm>
          <a:prstGeom prst="rect">
            <a:avLst/>
          </a:prstGeom>
          <a:solidFill>
            <a:srgbClr val="E8005A"/>
          </a:solidFill>
          <a:ln w="12700">
            <a:solidFill>
              <a:srgbClr val="E8005A">
                <a:alpha val="0"/>
              </a:srgbClr>
            </a:solidFill>
            <a:prstDash val="solid"/>
          </a:ln>
        </p:spPr>
      </p:sp>
      <p:sp>
        <p:nvSpPr>
          <p:cNvPr id="28" name="Shape 26"/>
          <p:cNvSpPr/>
          <p:nvPr/>
        </p:nvSpPr>
        <p:spPr>
          <a:xfrm>
            <a:off x="6903720" y="1143000"/>
            <a:ext cx="1737360" cy="822960"/>
          </a:xfrm>
          <a:prstGeom prst="rect">
            <a:avLst/>
          </a:prstGeom>
          <a:solidFill>
            <a:srgbClr val="B00083"/>
          </a:solidFill>
          <a:ln w="12700">
            <a:solidFill>
              <a:srgbClr val="B00083">
                <a:alpha val="0"/>
              </a:srgbClr>
            </a:solidFill>
            <a:prstDash val="solid"/>
          </a:ln>
        </p:spPr>
      </p:sp>
      <p:sp>
        <p:nvSpPr>
          <p:cNvPr id="29" name="Text 27"/>
          <p:cNvSpPr/>
          <p:nvPr/>
        </p:nvSpPr>
        <p:spPr>
          <a:xfrm>
            <a:off x="749808" y="1271016"/>
            <a:ext cx="7086600" cy="438912"/>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Hiragino Sans" pitchFamily="34" charset="0"/>
                <a:ea typeface="Hiragino Sans" pitchFamily="34" charset="-122"/>
                <a:cs typeface="Hiragino Sans" pitchFamily="34" charset="-120"/>
              </a:rPr>
              <a:t>“目標設定”より先に必要なこと</a:t>
            </a:r>
            <a:endParaRPr lang="en-US" sz="2900" dirty="0"/>
          </a:p>
        </p:txBody>
      </p:sp>
      <p:sp>
        <p:nvSpPr>
          <p:cNvPr id="30" name="Text 28"/>
          <p:cNvSpPr/>
          <p:nvPr/>
        </p:nvSpPr>
        <p:spPr>
          <a:xfrm>
            <a:off x="566928" y="2249424"/>
            <a:ext cx="4297680" cy="310896"/>
          </a:xfrm>
          <a:prstGeom prst="rect">
            <a:avLst/>
          </a:prstGeom>
          <a:noFill/>
          <a:ln/>
        </p:spPr>
        <p:txBody>
          <a:bodyPr wrap="square" rtlCol="0" anchor="ctr">
            <a:normAutofit/>
          </a:bodyPr>
          <a:lstStyle/>
          <a:p>
            <a:pPr indent="0" marL="0">
              <a:buNone/>
            </a:pPr>
            <a:r>
              <a:rPr lang="en-US" sz="1400" b="1" dirty="0">
                <a:solidFill>
                  <a:srgbClr val="E8005A"/>
                </a:solidFill>
                <a:latin typeface="Hiragino Sans" pitchFamily="34" charset="0"/>
                <a:ea typeface="Hiragino Sans" pitchFamily="34" charset="-122"/>
                <a:cs typeface="Hiragino Sans" pitchFamily="34" charset="-120"/>
              </a:rPr>
              <a:t>まず動いて、価値を見る</a:t>
            </a:r>
            <a:endParaRPr lang="en-US" sz="1400" dirty="0"/>
          </a:p>
        </p:txBody>
      </p:sp>
      <p:sp>
        <p:nvSpPr>
          <p:cNvPr id="31" name="Text 29"/>
          <p:cNvSpPr/>
          <p:nvPr/>
        </p:nvSpPr>
        <p:spPr>
          <a:xfrm>
            <a:off x="566928" y="2596896"/>
            <a:ext cx="6217920" cy="987552"/>
          </a:xfrm>
          <a:prstGeom prst="rect">
            <a:avLst/>
          </a:prstGeom>
          <a:noFill/>
          <a:ln/>
        </p:spPr>
        <p:txBody>
          <a:bodyPr wrap="square" rtlCol="0" anchor="ctr">
            <a:normAutofit/>
          </a:bodyPr>
          <a:lstStyle/>
          <a:p>
            <a:pPr indent="0" marL="0">
              <a:buNone/>
            </a:pPr>
            <a:r>
              <a:rPr lang="en-US" sz="2500" b="1" dirty="0">
                <a:solidFill>
                  <a:srgbClr val="2B1B3A"/>
                </a:solidFill>
                <a:latin typeface="Hiragino Sans" pitchFamily="34" charset="0"/>
                <a:ea typeface="Hiragino Sans" pitchFamily="34" charset="-122"/>
                <a:cs typeface="Hiragino Sans" pitchFamily="34" charset="-120"/>
              </a:rPr>
              <a:t>目標は、価値が見えてから定まる。</a:t>
            </a:r>
            <a:endParaRPr lang="en-US" sz="2500" dirty="0"/>
          </a:p>
        </p:txBody>
      </p:sp>
      <p:sp>
        <p:nvSpPr>
          <p:cNvPr id="32" name="Shape 30"/>
          <p:cNvSpPr/>
          <p:nvPr/>
        </p:nvSpPr>
        <p:spPr>
          <a:xfrm>
            <a:off x="749808" y="4297680"/>
            <a:ext cx="1572768" cy="621792"/>
          </a:xfrm>
          <a:prstGeom prst="roundRect">
            <a:avLst>
              <a:gd name="adj" fmla="val 10294"/>
            </a:avLst>
          </a:prstGeom>
          <a:solidFill>
            <a:srgbClr val="FFFFFF"/>
          </a:solidFill>
          <a:ln w="12700">
            <a:solidFill>
              <a:srgbClr val="FFFFFF">
                <a:alpha val="0"/>
              </a:srgbClr>
            </a:solidFill>
            <a:prstDash val="solid"/>
          </a:ln>
        </p:spPr>
      </p:sp>
      <p:sp>
        <p:nvSpPr>
          <p:cNvPr id="33" name="Text 31"/>
          <p:cNvSpPr/>
          <p:nvPr/>
        </p:nvSpPr>
        <p:spPr>
          <a:xfrm>
            <a:off x="896112" y="4416552"/>
            <a:ext cx="1280160" cy="219456"/>
          </a:xfrm>
          <a:prstGeom prst="rect">
            <a:avLst/>
          </a:prstGeom>
          <a:noFill/>
          <a:ln/>
        </p:spPr>
        <p:txBody>
          <a:bodyPr wrap="square" lIns="0" tIns="0" rIns="0" bIns="0" rtlCol="0" anchor="ctr">
            <a:normAutofit/>
          </a:bodyPr>
          <a:lstStyle/>
          <a:p>
            <a:pPr algn="ctr" indent="0" marL="0">
              <a:buNone/>
            </a:pPr>
            <a:r>
              <a:rPr lang="en-US" sz="1400" b="1" dirty="0">
                <a:solidFill>
                  <a:srgbClr val="2B1B3A"/>
                </a:solidFill>
                <a:latin typeface="Hiragino Sans" pitchFamily="34" charset="0"/>
                <a:ea typeface="Hiragino Sans" pitchFamily="34" charset="-122"/>
                <a:cs typeface="Hiragino Sans" pitchFamily="34" charset="-120"/>
              </a:rPr>
              <a:t>不確信</a:t>
            </a:r>
            <a:endParaRPr lang="en-US" sz="1400" dirty="0"/>
          </a:p>
        </p:txBody>
      </p:sp>
      <p:sp>
        <p:nvSpPr>
          <p:cNvPr id="34" name="Shape 32"/>
          <p:cNvSpPr/>
          <p:nvPr/>
        </p:nvSpPr>
        <p:spPr>
          <a:xfrm rot="5400000">
            <a:off x="2414016" y="4489704"/>
            <a:ext cx="146304" cy="201168"/>
          </a:xfrm>
          <a:prstGeom prst="triangle">
            <a:avLst/>
          </a:prstGeom>
          <a:solidFill>
            <a:srgbClr val="7B18D8"/>
          </a:solidFill>
          <a:ln w="12700">
            <a:solidFill>
              <a:srgbClr val="7B18D8">
                <a:alpha val="0"/>
              </a:srgbClr>
            </a:solidFill>
            <a:prstDash val="solid"/>
          </a:ln>
        </p:spPr>
      </p:sp>
      <p:sp>
        <p:nvSpPr>
          <p:cNvPr id="35" name="Shape 33"/>
          <p:cNvSpPr/>
          <p:nvPr/>
        </p:nvSpPr>
        <p:spPr>
          <a:xfrm>
            <a:off x="2615184" y="4297680"/>
            <a:ext cx="1572768" cy="621792"/>
          </a:xfrm>
          <a:prstGeom prst="roundRect">
            <a:avLst>
              <a:gd name="adj" fmla="val 10294"/>
            </a:avLst>
          </a:prstGeom>
          <a:solidFill>
            <a:srgbClr val="FFFFFF"/>
          </a:solidFill>
          <a:ln w="12700">
            <a:solidFill>
              <a:srgbClr val="FFFFFF">
                <a:alpha val="0"/>
              </a:srgbClr>
            </a:solidFill>
            <a:prstDash val="solid"/>
          </a:ln>
        </p:spPr>
      </p:sp>
      <p:sp>
        <p:nvSpPr>
          <p:cNvPr id="36" name="Text 34"/>
          <p:cNvSpPr/>
          <p:nvPr/>
        </p:nvSpPr>
        <p:spPr>
          <a:xfrm>
            <a:off x="2761488" y="4416552"/>
            <a:ext cx="1280160" cy="219456"/>
          </a:xfrm>
          <a:prstGeom prst="rect">
            <a:avLst/>
          </a:prstGeom>
          <a:noFill/>
          <a:ln/>
        </p:spPr>
        <p:txBody>
          <a:bodyPr wrap="square" lIns="0" tIns="0" rIns="0" bIns="0" rtlCol="0" anchor="ctr">
            <a:normAutofit/>
          </a:bodyPr>
          <a:lstStyle/>
          <a:p>
            <a:pPr algn="ctr" indent="0" marL="0">
              <a:buNone/>
            </a:pPr>
            <a:r>
              <a:rPr lang="en-US" sz="1400" b="1" dirty="0">
                <a:solidFill>
                  <a:srgbClr val="2B1B3A"/>
                </a:solidFill>
                <a:latin typeface="Hiragino Sans" pitchFamily="34" charset="0"/>
                <a:ea typeface="Hiragino Sans" pitchFamily="34" charset="-122"/>
                <a:cs typeface="Hiragino Sans" pitchFamily="34" charset="-120"/>
              </a:rPr>
              <a:t>理解</a:t>
            </a:r>
            <a:endParaRPr lang="en-US" sz="1400" dirty="0"/>
          </a:p>
        </p:txBody>
      </p:sp>
      <p:sp>
        <p:nvSpPr>
          <p:cNvPr id="37" name="Shape 35"/>
          <p:cNvSpPr/>
          <p:nvPr/>
        </p:nvSpPr>
        <p:spPr>
          <a:xfrm rot="5400000">
            <a:off x="4279392" y="4489704"/>
            <a:ext cx="146304" cy="201168"/>
          </a:xfrm>
          <a:prstGeom prst="triangle">
            <a:avLst/>
          </a:prstGeom>
          <a:solidFill>
            <a:srgbClr val="7B18D8"/>
          </a:solidFill>
          <a:ln w="12700">
            <a:solidFill>
              <a:srgbClr val="7B18D8">
                <a:alpha val="0"/>
              </a:srgbClr>
            </a:solidFill>
            <a:prstDash val="solid"/>
          </a:ln>
        </p:spPr>
      </p:sp>
      <p:sp>
        <p:nvSpPr>
          <p:cNvPr id="38" name="Shape 36"/>
          <p:cNvSpPr/>
          <p:nvPr/>
        </p:nvSpPr>
        <p:spPr>
          <a:xfrm>
            <a:off x="4480560" y="4297680"/>
            <a:ext cx="1572768" cy="621792"/>
          </a:xfrm>
          <a:prstGeom prst="roundRect">
            <a:avLst>
              <a:gd name="adj" fmla="val 10294"/>
            </a:avLst>
          </a:prstGeom>
          <a:solidFill>
            <a:srgbClr val="FFFFFF"/>
          </a:solidFill>
          <a:ln w="12700">
            <a:solidFill>
              <a:srgbClr val="FFFFFF">
                <a:alpha val="0"/>
              </a:srgbClr>
            </a:solidFill>
            <a:prstDash val="solid"/>
          </a:ln>
        </p:spPr>
      </p:sp>
      <p:sp>
        <p:nvSpPr>
          <p:cNvPr id="39" name="Text 37"/>
          <p:cNvSpPr/>
          <p:nvPr/>
        </p:nvSpPr>
        <p:spPr>
          <a:xfrm>
            <a:off x="4626864" y="4416552"/>
            <a:ext cx="1280160" cy="219456"/>
          </a:xfrm>
          <a:prstGeom prst="rect">
            <a:avLst/>
          </a:prstGeom>
          <a:noFill/>
          <a:ln/>
        </p:spPr>
        <p:txBody>
          <a:bodyPr wrap="square" lIns="0" tIns="0" rIns="0" bIns="0" rtlCol="0" anchor="ctr">
            <a:normAutofit/>
          </a:bodyPr>
          <a:lstStyle/>
          <a:p>
            <a:pPr algn="ctr" indent="0" marL="0">
              <a:buNone/>
            </a:pPr>
            <a:r>
              <a:rPr lang="en-US" sz="1400" b="1" dirty="0">
                <a:solidFill>
                  <a:srgbClr val="2B1B3A"/>
                </a:solidFill>
                <a:latin typeface="Hiragino Sans" pitchFamily="34" charset="0"/>
                <a:ea typeface="Hiragino Sans" pitchFamily="34" charset="-122"/>
                <a:cs typeface="Hiragino Sans" pitchFamily="34" charset="-120"/>
              </a:rPr>
              <a:t>小さく作る</a:t>
            </a:r>
            <a:endParaRPr lang="en-US" sz="1400" dirty="0"/>
          </a:p>
        </p:txBody>
      </p:sp>
      <p:sp>
        <p:nvSpPr>
          <p:cNvPr id="40" name="Shape 38"/>
          <p:cNvSpPr/>
          <p:nvPr/>
        </p:nvSpPr>
        <p:spPr>
          <a:xfrm rot="5400000">
            <a:off x="6144768" y="4489704"/>
            <a:ext cx="146304" cy="201168"/>
          </a:xfrm>
          <a:prstGeom prst="triangle">
            <a:avLst/>
          </a:prstGeom>
          <a:solidFill>
            <a:srgbClr val="7B18D8"/>
          </a:solidFill>
          <a:ln w="12700">
            <a:solidFill>
              <a:srgbClr val="7B18D8">
                <a:alpha val="0"/>
              </a:srgbClr>
            </a:solidFill>
            <a:prstDash val="solid"/>
          </a:ln>
        </p:spPr>
      </p:sp>
      <p:sp>
        <p:nvSpPr>
          <p:cNvPr id="41" name="Shape 39"/>
          <p:cNvSpPr/>
          <p:nvPr/>
        </p:nvSpPr>
        <p:spPr>
          <a:xfrm>
            <a:off x="6345936" y="4297680"/>
            <a:ext cx="1572768" cy="621792"/>
          </a:xfrm>
          <a:prstGeom prst="roundRect">
            <a:avLst>
              <a:gd name="adj" fmla="val 10294"/>
            </a:avLst>
          </a:prstGeom>
          <a:solidFill>
            <a:srgbClr val="FFFFFF"/>
          </a:solidFill>
          <a:ln w="12700">
            <a:solidFill>
              <a:srgbClr val="FFFFFF">
                <a:alpha val="0"/>
              </a:srgbClr>
            </a:solidFill>
            <a:prstDash val="solid"/>
          </a:ln>
        </p:spPr>
      </p:sp>
      <p:sp>
        <p:nvSpPr>
          <p:cNvPr id="42" name="Text 40"/>
          <p:cNvSpPr/>
          <p:nvPr/>
        </p:nvSpPr>
        <p:spPr>
          <a:xfrm>
            <a:off x="6492240" y="4416552"/>
            <a:ext cx="1280160" cy="219456"/>
          </a:xfrm>
          <a:prstGeom prst="rect">
            <a:avLst/>
          </a:prstGeom>
          <a:noFill/>
          <a:ln/>
        </p:spPr>
        <p:txBody>
          <a:bodyPr wrap="square" lIns="0" tIns="0" rIns="0" bIns="0" rtlCol="0" anchor="ctr">
            <a:normAutofit/>
          </a:bodyPr>
          <a:lstStyle/>
          <a:p>
            <a:pPr algn="ctr" indent="0" marL="0">
              <a:buNone/>
            </a:pPr>
            <a:r>
              <a:rPr lang="en-US" sz="1400" b="1" dirty="0">
                <a:solidFill>
                  <a:srgbClr val="2B1B3A"/>
                </a:solidFill>
                <a:latin typeface="Hiragino Sans" pitchFamily="34" charset="0"/>
                <a:ea typeface="Hiragino Sans" pitchFamily="34" charset="-122"/>
                <a:cs typeface="Hiragino Sans" pitchFamily="34" charset="-120"/>
              </a:rPr>
              <a:t>価値が見える</a:t>
            </a:r>
            <a:endParaRPr lang="en-US" sz="1400" dirty="0"/>
          </a:p>
        </p:txBody>
      </p:sp>
      <p:sp>
        <p:nvSpPr>
          <p:cNvPr id="43" name="Shape 41"/>
          <p:cNvSpPr/>
          <p:nvPr/>
        </p:nvSpPr>
        <p:spPr>
          <a:xfrm rot="5400000">
            <a:off x="8010144" y="4489704"/>
            <a:ext cx="146304" cy="201168"/>
          </a:xfrm>
          <a:prstGeom prst="triangle">
            <a:avLst/>
          </a:prstGeom>
          <a:solidFill>
            <a:srgbClr val="7B18D8"/>
          </a:solidFill>
          <a:ln w="12700">
            <a:solidFill>
              <a:srgbClr val="7B18D8">
                <a:alpha val="0"/>
              </a:srgbClr>
            </a:solidFill>
            <a:prstDash val="solid"/>
          </a:ln>
        </p:spPr>
      </p:sp>
      <p:sp>
        <p:nvSpPr>
          <p:cNvPr id="44" name="Shape 42"/>
          <p:cNvSpPr/>
          <p:nvPr/>
        </p:nvSpPr>
        <p:spPr>
          <a:xfrm>
            <a:off x="8211312" y="4297680"/>
            <a:ext cx="1572768" cy="621792"/>
          </a:xfrm>
          <a:prstGeom prst="roundRect">
            <a:avLst>
              <a:gd name="adj" fmla="val 10294"/>
            </a:avLst>
          </a:prstGeom>
          <a:solidFill>
            <a:srgbClr val="E8005A"/>
          </a:solidFill>
          <a:ln w="12700">
            <a:solidFill>
              <a:srgbClr val="FFFFFF">
                <a:alpha val="0"/>
              </a:srgbClr>
            </a:solidFill>
            <a:prstDash val="solid"/>
          </a:ln>
        </p:spPr>
      </p:sp>
      <p:sp>
        <p:nvSpPr>
          <p:cNvPr id="45" name="Text 43"/>
          <p:cNvSpPr/>
          <p:nvPr/>
        </p:nvSpPr>
        <p:spPr>
          <a:xfrm>
            <a:off x="8357616" y="4416552"/>
            <a:ext cx="1280160" cy="219456"/>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Hiragino Sans" pitchFamily="34" charset="0"/>
                <a:ea typeface="Hiragino Sans" pitchFamily="34" charset="-122"/>
                <a:cs typeface="Hiragino Sans" pitchFamily="34" charset="-120"/>
              </a:rPr>
              <a:t>目標が定まる</a:t>
            </a:r>
            <a:endParaRPr lang="en-US" sz="1400" dirty="0"/>
          </a:p>
        </p:txBody>
      </p:sp>
      <p:sp>
        <p:nvSpPr>
          <p:cNvPr id="46" name="Shape 44"/>
          <p:cNvSpPr/>
          <p:nvPr/>
        </p:nvSpPr>
        <p:spPr>
          <a:xfrm>
            <a:off x="8321040" y="960120"/>
            <a:ext cx="3429000" cy="3429000"/>
          </a:xfrm>
          <a:prstGeom prst="ellipse">
            <a:avLst/>
          </a:prstGeom>
          <a:solidFill>
            <a:srgbClr val="FFE083">
              <a:alpha val="37000"/>
            </a:srgbClr>
          </a:solidFill>
          <a:ln w="12700">
            <a:solidFill>
              <a:srgbClr val="FFE083">
                <a:alpha val="0"/>
              </a:srgbClr>
            </a:solidFill>
            <a:prstDash val="solid"/>
          </a:ln>
        </p:spPr>
      </p:sp>
      <p:sp>
        <p:nvSpPr>
          <p:cNvPr id="47" name="Shape 45"/>
          <p:cNvSpPr/>
          <p:nvPr/>
        </p:nvSpPr>
        <p:spPr>
          <a:xfrm>
            <a:off x="8823960" y="1325880"/>
            <a:ext cx="621792" cy="621792"/>
          </a:xfrm>
          <a:prstGeom prst="ellipse">
            <a:avLst/>
          </a:prstGeom>
          <a:solidFill>
            <a:srgbClr val="2A1D36"/>
          </a:solidFill>
          <a:ln w="12700">
            <a:solidFill>
              <a:srgbClr val="2A1D36">
                <a:alpha val="0"/>
              </a:srgbClr>
            </a:solidFill>
            <a:prstDash val="solid"/>
          </a:ln>
        </p:spPr>
      </p:sp>
      <p:sp>
        <p:nvSpPr>
          <p:cNvPr id="48" name="Shape 46"/>
          <p:cNvSpPr/>
          <p:nvPr/>
        </p:nvSpPr>
        <p:spPr>
          <a:xfrm rot="1080000">
            <a:off x="8577072" y="1115568"/>
            <a:ext cx="1005840" cy="731520"/>
          </a:xfrm>
          <a:prstGeom prst="arc">
            <a:avLst/>
          </a:prstGeom>
          <a:solidFill>
            <a:srgbClr val="191121">
              <a:alpha val="0"/>
            </a:srgbClr>
          </a:solidFill>
          <a:ln w="76200">
            <a:solidFill>
              <a:srgbClr val="191121"/>
            </a:solidFill>
            <a:prstDash val="solid"/>
          </a:ln>
        </p:spPr>
      </p:sp>
      <p:sp>
        <p:nvSpPr>
          <p:cNvPr id="49" name="Shape 47"/>
          <p:cNvSpPr/>
          <p:nvPr/>
        </p:nvSpPr>
        <p:spPr>
          <a:xfrm rot="5400000">
            <a:off x="8549640" y="1993392"/>
            <a:ext cx="1325880" cy="1417320"/>
          </a:xfrm>
          <a:prstGeom prst="chevron">
            <a:avLst/>
          </a:prstGeom>
          <a:solidFill>
            <a:srgbClr val="24214C"/>
          </a:solidFill>
          <a:ln w="12700">
            <a:solidFill>
              <a:srgbClr val="24214C">
                <a:alpha val="0"/>
              </a:srgbClr>
            </a:solidFill>
            <a:prstDash val="solid"/>
          </a:ln>
        </p:spPr>
      </p:sp>
      <p:sp>
        <p:nvSpPr>
          <p:cNvPr id="50" name="Shape 48"/>
          <p:cNvSpPr/>
          <p:nvPr/>
        </p:nvSpPr>
        <p:spPr>
          <a:xfrm>
            <a:off x="9646920" y="2926080"/>
            <a:ext cx="1417320" cy="822960"/>
          </a:xfrm>
          <a:prstGeom prst="rect">
            <a:avLst/>
          </a:prstGeom>
          <a:solidFill>
            <a:srgbClr val="EFEAF7"/>
          </a:solidFill>
          <a:ln w="12700">
            <a:solidFill>
              <a:srgbClr val="D3C4E8"/>
            </a:solidFill>
            <a:prstDash val="solid"/>
          </a:ln>
        </p:spPr>
      </p:sp>
      <p:sp>
        <p:nvSpPr>
          <p:cNvPr id="51" name="Shape 49"/>
          <p:cNvSpPr/>
          <p:nvPr/>
        </p:nvSpPr>
        <p:spPr>
          <a:xfrm>
            <a:off x="9464040" y="3767328"/>
            <a:ext cx="1965960" cy="146304"/>
          </a:xfrm>
          <a:prstGeom prst="rect">
            <a:avLst/>
          </a:prstGeom>
          <a:solidFill>
            <a:srgbClr val="BFC0D6"/>
          </a:solidFill>
          <a:ln w="12700">
            <a:solidFill>
              <a:srgbClr val="BFC0D6">
                <a:alpha val="0"/>
              </a:srgbClr>
            </a:solidFill>
            <a:prstDash val="solid"/>
          </a:ln>
        </p:spPr>
      </p:sp>
      <p:sp>
        <p:nvSpPr>
          <p:cNvPr id="52" name="Text 50"/>
          <p:cNvSpPr/>
          <p:nvPr/>
        </p:nvSpPr>
        <p:spPr>
          <a:xfrm>
            <a:off x="8229600" y="868680"/>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3" name="Text 51"/>
          <p:cNvSpPr/>
          <p:nvPr/>
        </p:nvSpPr>
        <p:spPr>
          <a:xfrm rot="420000">
            <a:off x="8567928" y="1353312"/>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4" name="Text 52"/>
          <p:cNvSpPr/>
          <p:nvPr/>
        </p:nvSpPr>
        <p:spPr>
          <a:xfrm rot="840000">
            <a:off x="8906256" y="1837944"/>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5" name="Text 53"/>
          <p:cNvSpPr/>
          <p:nvPr/>
        </p:nvSpPr>
        <p:spPr>
          <a:xfrm rot="1260000">
            <a:off x="9244584" y="2322576"/>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6" name="Text 54"/>
          <p:cNvSpPr/>
          <p:nvPr/>
        </p:nvSpPr>
        <p:spPr>
          <a:xfrm rot="1680000">
            <a:off x="9582912" y="2807208"/>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7" name="Text 55"/>
          <p:cNvSpPr/>
          <p:nvPr/>
        </p:nvSpPr>
        <p:spPr>
          <a:xfrm rot="2100000">
            <a:off x="9921240" y="3291840"/>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8" name="Text 56"/>
          <p:cNvSpPr/>
          <p:nvPr/>
        </p:nvSpPr>
        <p:spPr>
          <a:xfrm rot="2520000">
            <a:off x="10259568" y="3776472"/>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9" name="Text 57"/>
          <p:cNvSpPr/>
          <p:nvPr/>
        </p:nvSpPr>
        <p:spPr>
          <a:xfrm rot="2940000">
            <a:off x="10597896" y="4261104"/>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60" name="Text 58"/>
          <p:cNvSpPr/>
          <p:nvPr/>
        </p:nvSpPr>
        <p:spPr>
          <a:xfrm rot="3360000">
            <a:off x="10936224" y="1179576"/>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61" name="Text 59"/>
          <p:cNvSpPr/>
          <p:nvPr/>
        </p:nvSpPr>
        <p:spPr>
          <a:xfrm rot="3780000">
            <a:off x="11274552" y="1664208"/>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62" name="Text 60"/>
          <p:cNvSpPr/>
          <p:nvPr/>
        </p:nvSpPr>
        <p:spPr>
          <a:xfrm rot="4200000">
            <a:off x="8412480" y="2148840"/>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63" name="Text 61"/>
          <p:cNvSpPr/>
          <p:nvPr/>
        </p:nvSpPr>
        <p:spPr>
          <a:xfrm rot="4620000">
            <a:off x="8750808" y="2633472"/>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64" name="Text 62"/>
          <p:cNvSpPr/>
          <p:nvPr/>
        </p:nvSpPr>
        <p:spPr>
          <a:xfrm rot="5040000">
            <a:off x="9089136" y="3118104"/>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65" name="Text 63"/>
          <p:cNvSpPr/>
          <p:nvPr/>
        </p:nvSpPr>
        <p:spPr>
          <a:xfrm rot="5460000">
            <a:off x="9427464" y="3602736"/>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66" name="Text 64"/>
          <p:cNvSpPr/>
          <p:nvPr/>
        </p:nvSpPr>
        <p:spPr>
          <a:xfrm>
            <a:off x="530352" y="6473952"/>
            <a:ext cx="4023360" cy="164592"/>
          </a:xfrm>
          <a:prstGeom prst="rect">
            <a:avLst/>
          </a:prstGeom>
          <a:noFill/>
          <a:ln/>
        </p:spPr>
        <p:txBody>
          <a:bodyPr wrap="square" rtlCol="0" anchor="ctr"/>
          <a:lstStyle/>
          <a:p>
            <a:pPr indent="0" marL="0">
              <a:buNone/>
            </a:pPr>
            <a:r>
              <a:rPr lang="en-US" sz="800" dirty="0">
                <a:solidFill>
                  <a:srgbClr val="FBD7FF"/>
                </a:solidFill>
                <a:latin typeface="Avenir Next" pitchFamily="34" charset="0"/>
                <a:ea typeface="Avenir Next" pitchFamily="34" charset="-122"/>
                <a:cs typeface="Avenir Next" pitchFamily="34" charset="-120"/>
              </a:rPr>
              <a:t>ELITE Plan / Agent Customization Program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9D3F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B0D8"/>
          </a:solidFill>
          <a:ln w="12700">
            <a:solidFill>
              <a:srgbClr val="F6B0D8"/>
            </a:solidFill>
            <a:prstDash val="solid"/>
          </a:ln>
        </p:spPr>
      </p:sp>
      <p:sp>
        <p:nvSpPr>
          <p:cNvPr id="3" name="Shape 1"/>
          <p:cNvSpPr/>
          <p:nvPr/>
        </p:nvSpPr>
        <p:spPr>
          <a:xfrm>
            <a:off x="0" y="0"/>
            <a:ext cx="12191695" cy="6858000"/>
          </a:xfrm>
          <a:prstGeom prst="rect">
            <a:avLst/>
          </a:prstGeom>
          <a:solidFill>
            <a:srgbClr val="7B18D8">
              <a:alpha val="48000"/>
            </a:srgbClr>
          </a:solidFill>
          <a:ln w="12700">
            <a:solidFill>
              <a:srgbClr val="7B18D8">
                <a:alpha val="0"/>
              </a:srgbClr>
            </a:solidFill>
            <a:prstDash val="solid"/>
          </a:ln>
        </p:spPr>
      </p:sp>
      <p:sp>
        <p:nvSpPr>
          <p:cNvPr id="4" name="Shape 2"/>
          <p:cNvSpPr/>
          <p:nvPr/>
        </p:nvSpPr>
        <p:spPr>
          <a:xfrm rot="20880000">
            <a:off x="-1463040" y="-731520"/>
            <a:ext cx="8412480" cy="4754880"/>
          </a:xfrm>
          <a:prstGeom prst="arc">
            <a:avLst/>
          </a:prstGeom>
          <a:solidFill>
            <a:srgbClr val="FFFFFF">
              <a:alpha val="0"/>
            </a:srgbClr>
          </a:solidFill>
          <a:ln w="27940">
            <a:solidFill>
              <a:srgbClr val="FFFFFF">
                <a:alpha val="46000"/>
              </a:srgbClr>
            </a:solidFill>
            <a:prstDash val="solid"/>
          </a:ln>
        </p:spPr>
      </p:sp>
      <p:sp>
        <p:nvSpPr>
          <p:cNvPr id="5" name="Shape 3"/>
          <p:cNvSpPr/>
          <p:nvPr/>
        </p:nvSpPr>
        <p:spPr>
          <a:xfrm rot="720000">
            <a:off x="2926080" y="182880"/>
            <a:ext cx="8046720" cy="4572000"/>
          </a:xfrm>
          <a:prstGeom prst="arc">
            <a:avLst/>
          </a:prstGeom>
          <a:solidFill>
            <a:srgbClr val="FFFFFF">
              <a:alpha val="0"/>
            </a:srgbClr>
          </a:solidFill>
          <a:ln w="17780">
            <a:solidFill>
              <a:srgbClr val="FFFFFF">
                <a:alpha val="32000"/>
              </a:srgbClr>
            </a:solidFill>
            <a:prstDash val="solid"/>
          </a:ln>
        </p:spPr>
      </p:sp>
      <p:sp>
        <p:nvSpPr>
          <p:cNvPr id="6" name="Shape 4"/>
          <p:cNvSpPr/>
          <p:nvPr/>
        </p:nvSpPr>
        <p:spPr>
          <a:xfrm>
            <a:off x="2450592" y="3328416"/>
            <a:ext cx="73152" cy="73152"/>
          </a:xfrm>
          <a:prstGeom prst="ellipse">
            <a:avLst/>
          </a:prstGeom>
          <a:solidFill>
            <a:srgbClr val="FFE083">
              <a:alpha val="80000"/>
            </a:srgbClr>
          </a:solidFill>
          <a:ln w="12700">
            <a:solidFill>
              <a:srgbClr val="FFE083">
                <a:alpha val="0"/>
              </a:srgbClr>
            </a:solidFill>
            <a:prstDash val="solid"/>
          </a:ln>
        </p:spPr>
      </p:sp>
      <p:sp>
        <p:nvSpPr>
          <p:cNvPr id="7" name="Shape 5"/>
          <p:cNvSpPr/>
          <p:nvPr/>
        </p:nvSpPr>
        <p:spPr>
          <a:xfrm>
            <a:off x="3209544" y="4581144"/>
            <a:ext cx="36576" cy="36576"/>
          </a:xfrm>
          <a:prstGeom prst="ellipse">
            <a:avLst/>
          </a:prstGeom>
          <a:solidFill>
            <a:srgbClr val="FFFFFF">
              <a:alpha val="68000"/>
            </a:srgbClr>
          </a:solidFill>
          <a:ln w="12700">
            <a:solidFill>
              <a:srgbClr val="FFFFFF">
                <a:alpha val="0"/>
              </a:srgbClr>
            </a:solidFill>
            <a:prstDash val="solid"/>
          </a:ln>
        </p:spPr>
      </p:sp>
      <p:sp>
        <p:nvSpPr>
          <p:cNvPr id="8" name="Shape 6"/>
          <p:cNvSpPr/>
          <p:nvPr/>
        </p:nvSpPr>
        <p:spPr>
          <a:xfrm>
            <a:off x="3968496" y="5833872"/>
            <a:ext cx="36576" cy="36576"/>
          </a:xfrm>
          <a:prstGeom prst="ellipse">
            <a:avLst/>
          </a:prstGeom>
          <a:solidFill>
            <a:srgbClr val="FFFFFF">
              <a:alpha val="68000"/>
            </a:srgbClr>
          </a:solidFill>
          <a:ln w="12700">
            <a:solidFill>
              <a:srgbClr val="FFFFFF">
                <a:alpha val="0"/>
              </a:srgbClr>
            </a:solidFill>
            <a:prstDash val="solid"/>
          </a:ln>
        </p:spPr>
      </p:sp>
      <p:sp>
        <p:nvSpPr>
          <p:cNvPr id="9" name="Shape 7"/>
          <p:cNvSpPr/>
          <p:nvPr/>
        </p:nvSpPr>
        <p:spPr>
          <a:xfrm>
            <a:off x="4727448" y="1417320"/>
            <a:ext cx="36576" cy="36576"/>
          </a:xfrm>
          <a:prstGeom prst="ellipse">
            <a:avLst/>
          </a:prstGeom>
          <a:solidFill>
            <a:srgbClr val="FFE083">
              <a:alpha val="80000"/>
            </a:srgbClr>
          </a:solidFill>
          <a:ln w="12700">
            <a:solidFill>
              <a:srgbClr val="FFE083">
                <a:alpha val="0"/>
              </a:srgbClr>
            </a:solidFill>
            <a:prstDash val="solid"/>
          </a:ln>
        </p:spPr>
      </p:sp>
      <p:sp>
        <p:nvSpPr>
          <p:cNvPr id="10" name="Shape 8"/>
          <p:cNvSpPr/>
          <p:nvPr/>
        </p:nvSpPr>
        <p:spPr>
          <a:xfrm>
            <a:off x="5486400" y="2670048"/>
            <a:ext cx="73152" cy="73152"/>
          </a:xfrm>
          <a:prstGeom prst="ellipse">
            <a:avLst/>
          </a:prstGeom>
          <a:solidFill>
            <a:srgbClr val="FFFFFF">
              <a:alpha val="68000"/>
            </a:srgbClr>
          </a:solidFill>
          <a:ln w="12700">
            <a:solidFill>
              <a:srgbClr val="FFFFFF">
                <a:alpha val="0"/>
              </a:srgbClr>
            </a:solidFill>
            <a:prstDash val="solid"/>
          </a:ln>
        </p:spPr>
      </p:sp>
      <p:sp>
        <p:nvSpPr>
          <p:cNvPr id="11" name="Shape 9"/>
          <p:cNvSpPr/>
          <p:nvPr/>
        </p:nvSpPr>
        <p:spPr>
          <a:xfrm>
            <a:off x="6245352" y="3922776"/>
            <a:ext cx="36576" cy="36576"/>
          </a:xfrm>
          <a:prstGeom prst="ellipse">
            <a:avLst/>
          </a:prstGeom>
          <a:solidFill>
            <a:srgbClr val="FFFFFF">
              <a:alpha val="68000"/>
            </a:srgbClr>
          </a:solidFill>
          <a:ln w="12700">
            <a:solidFill>
              <a:srgbClr val="FFFFFF">
                <a:alpha val="0"/>
              </a:srgbClr>
            </a:solidFill>
            <a:prstDash val="solid"/>
          </a:ln>
        </p:spPr>
      </p:sp>
      <p:sp>
        <p:nvSpPr>
          <p:cNvPr id="12" name="Shape 10"/>
          <p:cNvSpPr/>
          <p:nvPr/>
        </p:nvSpPr>
        <p:spPr>
          <a:xfrm>
            <a:off x="7004304" y="5175504"/>
            <a:ext cx="36576" cy="36576"/>
          </a:xfrm>
          <a:prstGeom prst="ellipse">
            <a:avLst/>
          </a:prstGeom>
          <a:solidFill>
            <a:srgbClr val="FFE083">
              <a:alpha val="80000"/>
            </a:srgbClr>
          </a:solidFill>
          <a:ln w="12700">
            <a:solidFill>
              <a:srgbClr val="FFE083">
                <a:alpha val="0"/>
              </a:srgbClr>
            </a:solidFill>
            <a:prstDash val="solid"/>
          </a:ln>
        </p:spPr>
      </p:sp>
      <p:sp>
        <p:nvSpPr>
          <p:cNvPr id="13" name="Shape 11"/>
          <p:cNvSpPr/>
          <p:nvPr/>
        </p:nvSpPr>
        <p:spPr>
          <a:xfrm>
            <a:off x="7763256" y="758952"/>
            <a:ext cx="36576" cy="36576"/>
          </a:xfrm>
          <a:prstGeom prst="ellipse">
            <a:avLst/>
          </a:prstGeom>
          <a:solidFill>
            <a:srgbClr val="FFFFFF">
              <a:alpha val="68000"/>
            </a:srgbClr>
          </a:solidFill>
          <a:ln w="12700">
            <a:solidFill>
              <a:srgbClr val="FFFFFF">
                <a:alpha val="0"/>
              </a:srgbClr>
            </a:solidFill>
            <a:prstDash val="solid"/>
          </a:ln>
        </p:spPr>
      </p:sp>
      <p:sp>
        <p:nvSpPr>
          <p:cNvPr id="14" name="Shape 12"/>
          <p:cNvSpPr/>
          <p:nvPr/>
        </p:nvSpPr>
        <p:spPr>
          <a:xfrm>
            <a:off x="8522208" y="2011680"/>
            <a:ext cx="73152" cy="73152"/>
          </a:xfrm>
          <a:prstGeom prst="ellipse">
            <a:avLst/>
          </a:prstGeom>
          <a:solidFill>
            <a:srgbClr val="FFFFFF">
              <a:alpha val="68000"/>
            </a:srgbClr>
          </a:solidFill>
          <a:ln w="12700">
            <a:solidFill>
              <a:srgbClr val="FFFFFF">
                <a:alpha val="0"/>
              </a:srgbClr>
            </a:solidFill>
            <a:prstDash val="solid"/>
          </a:ln>
        </p:spPr>
      </p:sp>
      <p:sp>
        <p:nvSpPr>
          <p:cNvPr id="15" name="Shape 13"/>
          <p:cNvSpPr/>
          <p:nvPr/>
        </p:nvSpPr>
        <p:spPr>
          <a:xfrm>
            <a:off x="9281160" y="3264408"/>
            <a:ext cx="36576" cy="36576"/>
          </a:xfrm>
          <a:prstGeom prst="ellipse">
            <a:avLst/>
          </a:prstGeom>
          <a:solidFill>
            <a:srgbClr val="FFE083">
              <a:alpha val="80000"/>
            </a:srgbClr>
          </a:solidFill>
          <a:ln w="12700">
            <a:solidFill>
              <a:srgbClr val="FFE083">
                <a:alpha val="0"/>
              </a:srgbClr>
            </a:solidFill>
            <a:prstDash val="solid"/>
          </a:ln>
        </p:spPr>
      </p:sp>
      <p:sp>
        <p:nvSpPr>
          <p:cNvPr id="16" name="Shape 14"/>
          <p:cNvSpPr/>
          <p:nvPr/>
        </p:nvSpPr>
        <p:spPr>
          <a:xfrm>
            <a:off x="10040112" y="4517136"/>
            <a:ext cx="36576" cy="36576"/>
          </a:xfrm>
          <a:prstGeom prst="ellipse">
            <a:avLst/>
          </a:prstGeom>
          <a:solidFill>
            <a:srgbClr val="FFFFFF">
              <a:alpha val="68000"/>
            </a:srgbClr>
          </a:solidFill>
          <a:ln w="12700">
            <a:solidFill>
              <a:srgbClr val="FFFFFF">
                <a:alpha val="0"/>
              </a:srgbClr>
            </a:solidFill>
            <a:prstDash val="solid"/>
          </a:ln>
        </p:spPr>
      </p:sp>
      <p:sp>
        <p:nvSpPr>
          <p:cNvPr id="17" name="Shape 15"/>
          <p:cNvSpPr/>
          <p:nvPr/>
        </p:nvSpPr>
        <p:spPr>
          <a:xfrm>
            <a:off x="283464" y="5769864"/>
            <a:ext cx="36576" cy="36576"/>
          </a:xfrm>
          <a:prstGeom prst="ellipse">
            <a:avLst/>
          </a:prstGeom>
          <a:solidFill>
            <a:srgbClr val="FFFFFF">
              <a:alpha val="68000"/>
            </a:srgbClr>
          </a:solidFill>
          <a:ln w="12700">
            <a:solidFill>
              <a:srgbClr val="FFFFFF">
                <a:alpha val="0"/>
              </a:srgbClr>
            </a:solidFill>
            <a:prstDash val="solid"/>
          </a:ln>
        </p:spPr>
      </p:sp>
      <p:sp>
        <p:nvSpPr>
          <p:cNvPr id="18" name="Shape 16"/>
          <p:cNvSpPr/>
          <p:nvPr/>
        </p:nvSpPr>
        <p:spPr>
          <a:xfrm>
            <a:off x="1042416" y="1353312"/>
            <a:ext cx="73152" cy="73152"/>
          </a:xfrm>
          <a:prstGeom prst="ellipse">
            <a:avLst/>
          </a:prstGeom>
          <a:solidFill>
            <a:srgbClr val="FFE083">
              <a:alpha val="80000"/>
            </a:srgbClr>
          </a:solidFill>
          <a:ln w="12700">
            <a:solidFill>
              <a:srgbClr val="FFE083">
                <a:alpha val="0"/>
              </a:srgbClr>
            </a:solidFill>
            <a:prstDash val="solid"/>
          </a:ln>
        </p:spPr>
      </p:sp>
      <p:sp>
        <p:nvSpPr>
          <p:cNvPr id="19" name="Shape 17"/>
          <p:cNvSpPr/>
          <p:nvPr/>
        </p:nvSpPr>
        <p:spPr>
          <a:xfrm>
            <a:off x="1801368" y="2606040"/>
            <a:ext cx="36576" cy="36576"/>
          </a:xfrm>
          <a:prstGeom prst="ellipse">
            <a:avLst/>
          </a:prstGeom>
          <a:solidFill>
            <a:srgbClr val="FFFFFF">
              <a:alpha val="68000"/>
            </a:srgbClr>
          </a:solidFill>
          <a:ln w="12700">
            <a:solidFill>
              <a:srgbClr val="FFFFFF">
                <a:alpha val="0"/>
              </a:srgbClr>
            </a:solidFill>
            <a:prstDash val="solid"/>
          </a:ln>
        </p:spPr>
      </p:sp>
      <p:sp>
        <p:nvSpPr>
          <p:cNvPr id="20" name="Shape 18"/>
          <p:cNvSpPr/>
          <p:nvPr/>
        </p:nvSpPr>
        <p:spPr>
          <a:xfrm>
            <a:off x="2560320" y="3858768"/>
            <a:ext cx="36576" cy="36576"/>
          </a:xfrm>
          <a:prstGeom prst="ellipse">
            <a:avLst/>
          </a:prstGeom>
          <a:solidFill>
            <a:srgbClr val="FFFFFF">
              <a:alpha val="68000"/>
            </a:srgbClr>
          </a:solidFill>
          <a:ln w="12700">
            <a:solidFill>
              <a:srgbClr val="FFFFFF">
                <a:alpha val="0"/>
              </a:srgbClr>
            </a:solidFill>
            <a:prstDash val="solid"/>
          </a:ln>
        </p:spPr>
      </p:sp>
      <p:sp>
        <p:nvSpPr>
          <p:cNvPr id="21" name="Shape 19"/>
          <p:cNvSpPr/>
          <p:nvPr/>
        </p:nvSpPr>
        <p:spPr>
          <a:xfrm>
            <a:off x="3319272" y="5111496"/>
            <a:ext cx="36576" cy="36576"/>
          </a:xfrm>
          <a:prstGeom prst="ellipse">
            <a:avLst/>
          </a:prstGeom>
          <a:solidFill>
            <a:srgbClr val="FFE083">
              <a:alpha val="80000"/>
            </a:srgbClr>
          </a:solidFill>
          <a:ln w="12700">
            <a:solidFill>
              <a:srgbClr val="FFE083">
                <a:alpha val="0"/>
              </a:srgbClr>
            </a:solidFill>
            <a:prstDash val="solid"/>
          </a:ln>
        </p:spPr>
      </p:sp>
      <p:sp>
        <p:nvSpPr>
          <p:cNvPr id="22" name="Shape 20"/>
          <p:cNvSpPr/>
          <p:nvPr/>
        </p:nvSpPr>
        <p:spPr>
          <a:xfrm>
            <a:off x="4078224" y="694944"/>
            <a:ext cx="73152" cy="73152"/>
          </a:xfrm>
          <a:prstGeom prst="ellipse">
            <a:avLst/>
          </a:prstGeom>
          <a:solidFill>
            <a:srgbClr val="FFFFFF">
              <a:alpha val="68000"/>
            </a:srgbClr>
          </a:solidFill>
          <a:ln w="12700">
            <a:solidFill>
              <a:srgbClr val="FFFFFF">
                <a:alpha val="0"/>
              </a:srgbClr>
            </a:solidFill>
            <a:prstDash val="solid"/>
          </a:ln>
        </p:spPr>
      </p:sp>
      <p:sp>
        <p:nvSpPr>
          <p:cNvPr id="23" name="Shape 21"/>
          <p:cNvSpPr/>
          <p:nvPr/>
        </p:nvSpPr>
        <p:spPr>
          <a:xfrm>
            <a:off x="4837176" y="1947672"/>
            <a:ext cx="36576" cy="36576"/>
          </a:xfrm>
          <a:prstGeom prst="ellipse">
            <a:avLst/>
          </a:prstGeom>
          <a:solidFill>
            <a:srgbClr val="FFFFFF">
              <a:alpha val="68000"/>
            </a:srgbClr>
          </a:solidFill>
          <a:ln w="12700">
            <a:solidFill>
              <a:srgbClr val="FFFFFF">
                <a:alpha val="0"/>
              </a:srgbClr>
            </a:solidFill>
            <a:prstDash val="solid"/>
          </a:ln>
        </p:spPr>
      </p:sp>
      <p:sp>
        <p:nvSpPr>
          <p:cNvPr id="24" name="Shape 22"/>
          <p:cNvSpPr/>
          <p:nvPr/>
        </p:nvSpPr>
        <p:spPr>
          <a:xfrm>
            <a:off x="0" y="6364224"/>
            <a:ext cx="12191695" cy="493776"/>
          </a:xfrm>
          <a:prstGeom prst="rect">
            <a:avLst/>
          </a:prstGeom>
          <a:solidFill>
            <a:srgbClr val="33004F">
              <a:alpha val="88000"/>
            </a:srgbClr>
          </a:solidFill>
          <a:ln w="12700">
            <a:solidFill>
              <a:srgbClr val="33004F">
                <a:alpha val="0"/>
              </a:srgbClr>
            </a:solidFill>
            <a:prstDash val="solid"/>
          </a:ln>
        </p:spPr>
      </p:sp>
      <p:sp>
        <p:nvSpPr>
          <p:cNvPr id="25" name="Shape 23"/>
          <p:cNvSpPr/>
          <p:nvPr/>
        </p:nvSpPr>
        <p:spPr>
          <a:xfrm>
            <a:off x="502920" y="384048"/>
            <a:ext cx="4526280" cy="530352"/>
          </a:xfrm>
          <a:prstGeom prst="rect">
            <a:avLst/>
          </a:prstGeom>
          <a:solidFill>
            <a:srgbClr val="FFFFFF">
              <a:alpha val="96000"/>
            </a:srgbClr>
          </a:solidFill>
          <a:ln w="12700">
            <a:solidFill>
              <a:srgbClr val="FFFFFF">
                <a:alpha val="0"/>
              </a:srgbClr>
            </a:solidFill>
            <a:prstDash val="solid"/>
          </a:ln>
        </p:spPr>
      </p:sp>
      <p:sp>
        <p:nvSpPr>
          <p:cNvPr id="26" name="Text 24"/>
          <p:cNvSpPr/>
          <p:nvPr/>
        </p:nvSpPr>
        <p:spPr>
          <a:xfrm>
            <a:off x="658368" y="484632"/>
            <a:ext cx="4160520" cy="256032"/>
          </a:xfrm>
          <a:prstGeom prst="rect">
            <a:avLst/>
          </a:prstGeom>
          <a:noFill/>
          <a:ln/>
        </p:spPr>
        <p:txBody>
          <a:bodyPr wrap="square" rtlCol="0" anchor="ctr">
            <a:normAutofit/>
          </a:bodyPr>
          <a:lstStyle/>
          <a:p>
            <a:pPr indent="0" marL="0">
              <a:buNone/>
            </a:pPr>
            <a:r>
              <a:rPr lang="en-US" sz="1600" b="1" dirty="0">
                <a:solidFill>
                  <a:srgbClr val="E8005A"/>
                </a:solidFill>
                <a:latin typeface="Hiragino Sans" pitchFamily="34" charset="0"/>
                <a:ea typeface="Hiragino Sans" pitchFamily="34" charset="-122"/>
                <a:cs typeface="Hiragino Sans" pitchFamily="34" charset="-120"/>
              </a:rPr>
              <a:t>ELITE プラン 特別ページ  /  09</a:t>
            </a:r>
            <a:endParaRPr lang="en-US" sz="1600" dirty="0"/>
          </a:p>
        </p:txBody>
      </p:sp>
      <p:sp>
        <p:nvSpPr>
          <p:cNvPr id="27" name="Shape 25"/>
          <p:cNvSpPr/>
          <p:nvPr/>
        </p:nvSpPr>
        <p:spPr>
          <a:xfrm>
            <a:off x="502920" y="1143000"/>
            <a:ext cx="6995160" cy="822960"/>
          </a:xfrm>
          <a:prstGeom prst="rect">
            <a:avLst/>
          </a:prstGeom>
          <a:solidFill>
            <a:srgbClr val="E8005A"/>
          </a:solidFill>
          <a:ln w="12700">
            <a:solidFill>
              <a:srgbClr val="E8005A">
                <a:alpha val="0"/>
              </a:srgbClr>
            </a:solidFill>
            <a:prstDash val="solid"/>
          </a:ln>
        </p:spPr>
      </p:sp>
      <p:sp>
        <p:nvSpPr>
          <p:cNvPr id="28" name="Shape 26"/>
          <p:cNvSpPr/>
          <p:nvPr/>
        </p:nvSpPr>
        <p:spPr>
          <a:xfrm>
            <a:off x="6903720" y="1143000"/>
            <a:ext cx="1737360" cy="822960"/>
          </a:xfrm>
          <a:prstGeom prst="rect">
            <a:avLst/>
          </a:prstGeom>
          <a:solidFill>
            <a:srgbClr val="B00083"/>
          </a:solidFill>
          <a:ln w="12700">
            <a:solidFill>
              <a:srgbClr val="B00083">
                <a:alpha val="0"/>
              </a:srgbClr>
            </a:solidFill>
            <a:prstDash val="solid"/>
          </a:ln>
        </p:spPr>
      </p:sp>
      <p:sp>
        <p:nvSpPr>
          <p:cNvPr id="29" name="Text 27"/>
          <p:cNvSpPr/>
          <p:nvPr/>
        </p:nvSpPr>
        <p:spPr>
          <a:xfrm>
            <a:off x="749808" y="1271016"/>
            <a:ext cx="7086600" cy="438912"/>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Hiragino Sans" pitchFamily="34" charset="0"/>
                <a:ea typeface="Hiragino Sans" pitchFamily="34" charset="-122"/>
                <a:cs typeface="Hiragino Sans" pitchFamily="34" charset="-120"/>
              </a:rPr>
              <a:t>自信の定義</a:t>
            </a:r>
            <a:endParaRPr lang="en-US" sz="2900" dirty="0"/>
          </a:p>
        </p:txBody>
      </p:sp>
      <p:sp>
        <p:nvSpPr>
          <p:cNvPr id="30" name="Text 28"/>
          <p:cNvSpPr/>
          <p:nvPr/>
        </p:nvSpPr>
        <p:spPr>
          <a:xfrm>
            <a:off x="566928" y="2249424"/>
            <a:ext cx="4297680" cy="310896"/>
          </a:xfrm>
          <a:prstGeom prst="rect">
            <a:avLst/>
          </a:prstGeom>
          <a:noFill/>
          <a:ln/>
        </p:spPr>
        <p:txBody>
          <a:bodyPr wrap="square" rtlCol="0" anchor="ctr">
            <a:normAutofit/>
          </a:bodyPr>
          <a:lstStyle/>
          <a:p>
            <a:pPr indent="0" marL="0">
              <a:buNone/>
            </a:pPr>
            <a:r>
              <a:rPr lang="en-US" sz="1400" b="1" dirty="0">
                <a:solidFill>
                  <a:srgbClr val="E8005A"/>
                </a:solidFill>
                <a:latin typeface="Hiragino Sans" pitchFamily="34" charset="0"/>
                <a:ea typeface="Hiragino Sans" pitchFamily="34" charset="-122"/>
                <a:cs typeface="Hiragino Sans" pitchFamily="34" charset="-120"/>
              </a:rPr>
              <a:t>気合いではなく、再現性</a:t>
            </a:r>
            <a:endParaRPr lang="en-US" sz="1400" dirty="0"/>
          </a:p>
        </p:txBody>
      </p:sp>
      <p:sp>
        <p:nvSpPr>
          <p:cNvPr id="31" name="Text 29"/>
          <p:cNvSpPr/>
          <p:nvPr/>
        </p:nvSpPr>
        <p:spPr>
          <a:xfrm>
            <a:off x="566928" y="2596896"/>
            <a:ext cx="6217920" cy="987552"/>
          </a:xfrm>
          <a:prstGeom prst="rect">
            <a:avLst/>
          </a:prstGeom>
          <a:noFill/>
          <a:ln/>
        </p:spPr>
        <p:txBody>
          <a:bodyPr wrap="square" rtlCol="0" anchor="ctr">
            <a:normAutofit/>
          </a:bodyPr>
          <a:lstStyle/>
          <a:p>
            <a:pPr indent="0" marL="0">
              <a:buNone/>
            </a:pPr>
            <a:r>
              <a:rPr lang="en-US" sz="2500" b="1" dirty="0">
                <a:solidFill>
                  <a:srgbClr val="2B1B3A"/>
                </a:solidFill>
                <a:latin typeface="Hiragino Sans" pitchFamily="34" charset="0"/>
                <a:ea typeface="Hiragino Sans" pitchFamily="34" charset="-122"/>
                <a:cs typeface="Hiragino Sans" pitchFamily="34" charset="-120"/>
              </a:rPr>
              <a:t>自信とは、行動量と結果の関係を確信している状態。</a:t>
            </a:r>
            <a:endParaRPr lang="en-US" sz="2500" dirty="0"/>
          </a:p>
        </p:txBody>
      </p:sp>
      <p:sp>
        <p:nvSpPr>
          <p:cNvPr id="32" name="Shape 30"/>
          <p:cNvSpPr/>
          <p:nvPr/>
        </p:nvSpPr>
        <p:spPr>
          <a:xfrm>
            <a:off x="640080" y="3730752"/>
            <a:ext cx="5943600" cy="1024128"/>
          </a:xfrm>
          <a:prstGeom prst="rect">
            <a:avLst/>
          </a:prstGeom>
          <a:solidFill>
            <a:srgbClr val="FFFFFF"/>
          </a:solidFill>
          <a:ln w="12700">
            <a:solidFill>
              <a:srgbClr val="FFFFFF">
                <a:alpha val="0"/>
              </a:srgbClr>
            </a:solidFill>
            <a:prstDash val="solid"/>
          </a:ln>
        </p:spPr>
      </p:sp>
      <p:sp>
        <p:nvSpPr>
          <p:cNvPr id="33" name="Text 31"/>
          <p:cNvSpPr/>
          <p:nvPr/>
        </p:nvSpPr>
        <p:spPr>
          <a:xfrm>
            <a:off x="914400" y="4005072"/>
            <a:ext cx="5394960" cy="347472"/>
          </a:xfrm>
          <a:prstGeom prst="rect">
            <a:avLst/>
          </a:prstGeom>
          <a:noFill/>
          <a:ln/>
        </p:spPr>
        <p:txBody>
          <a:bodyPr wrap="square" lIns="0" tIns="0" rIns="0" bIns="0" rtlCol="0" anchor="ctr">
            <a:normAutofit/>
          </a:bodyPr>
          <a:lstStyle/>
          <a:p>
            <a:pPr algn="ctr" indent="0" marL="0">
              <a:buNone/>
            </a:pPr>
            <a:r>
              <a:rPr lang="en-US" sz="1900" b="1" dirty="0">
                <a:solidFill>
                  <a:srgbClr val="2B1B3A"/>
                </a:solidFill>
                <a:latin typeface="Hiragino Sans" pitchFamily="34" charset="0"/>
                <a:ea typeface="Hiragino Sans" pitchFamily="34" charset="-122"/>
                <a:cs typeface="Hiragino Sans" pitchFamily="34" charset="-120"/>
              </a:rPr>
              <a:t>「特定の行動を一定量こなせば、一定の結果が出る」と確信している状態</a:t>
            </a:r>
            <a:endParaRPr lang="en-US" sz="1900" dirty="0"/>
          </a:p>
        </p:txBody>
      </p:sp>
      <p:sp>
        <p:nvSpPr>
          <p:cNvPr id="34" name="Shape 32"/>
          <p:cNvSpPr/>
          <p:nvPr/>
        </p:nvSpPr>
        <p:spPr>
          <a:xfrm>
            <a:off x="8321040" y="960120"/>
            <a:ext cx="3429000" cy="3429000"/>
          </a:xfrm>
          <a:prstGeom prst="ellipse">
            <a:avLst/>
          </a:prstGeom>
          <a:solidFill>
            <a:srgbClr val="FFE083">
              <a:alpha val="37000"/>
            </a:srgbClr>
          </a:solidFill>
          <a:ln w="12700">
            <a:solidFill>
              <a:srgbClr val="FFE083">
                <a:alpha val="0"/>
              </a:srgbClr>
            </a:solidFill>
            <a:prstDash val="solid"/>
          </a:ln>
        </p:spPr>
      </p:sp>
      <p:sp>
        <p:nvSpPr>
          <p:cNvPr id="35" name="Shape 33"/>
          <p:cNvSpPr/>
          <p:nvPr/>
        </p:nvSpPr>
        <p:spPr>
          <a:xfrm>
            <a:off x="8823960" y="1325880"/>
            <a:ext cx="621792" cy="621792"/>
          </a:xfrm>
          <a:prstGeom prst="ellipse">
            <a:avLst/>
          </a:prstGeom>
          <a:solidFill>
            <a:srgbClr val="2A1D36"/>
          </a:solidFill>
          <a:ln w="12700">
            <a:solidFill>
              <a:srgbClr val="2A1D36">
                <a:alpha val="0"/>
              </a:srgbClr>
            </a:solidFill>
            <a:prstDash val="solid"/>
          </a:ln>
        </p:spPr>
      </p:sp>
      <p:sp>
        <p:nvSpPr>
          <p:cNvPr id="36" name="Shape 34"/>
          <p:cNvSpPr/>
          <p:nvPr/>
        </p:nvSpPr>
        <p:spPr>
          <a:xfrm rot="1080000">
            <a:off x="8577072" y="1115568"/>
            <a:ext cx="1005840" cy="731520"/>
          </a:xfrm>
          <a:prstGeom prst="arc">
            <a:avLst/>
          </a:prstGeom>
          <a:solidFill>
            <a:srgbClr val="191121">
              <a:alpha val="0"/>
            </a:srgbClr>
          </a:solidFill>
          <a:ln w="76200">
            <a:solidFill>
              <a:srgbClr val="191121"/>
            </a:solidFill>
            <a:prstDash val="solid"/>
          </a:ln>
        </p:spPr>
      </p:sp>
      <p:sp>
        <p:nvSpPr>
          <p:cNvPr id="37" name="Shape 35"/>
          <p:cNvSpPr/>
          <p:nvPr/>
        </p:nvSpPr>
        <p:spPr>
          <a:xfrm rot="5400000">
            <a:off x="8549640" y="1993392"/>
            <a:ext cx="1325880" cy="1417320"/>
          </a:xfrm>
          <a:prstGeom prst="chevron">
            <a:avLst/>
          </a:prstGeom>
          <a:solidFill>
            <a:srgbClr val="24214C"/>
          </a:solidFill>
          <a:ln w="12700">
            <a:solidFill>
              <a:srgbClr val="24214C">
                <a:alpha val="0"/>
              </a:srgbClr>
            </a:solidFill>
            <a:prstDash val="solid"/>
          </a:ln>
        </p:spPr>
      </p:sp>
      <p:sp>
        <p:nvSpPr>
          <p:cNvPr id="38" name="Shape 36"/>
          <p:cNvSpPr/>
          <p:nvPr/>
        </p:nvSpPr>
        <p:spPr>
          <a:xfrm>
            <a:off x="9646920" y="2926080"/>
            <a:ext cx="1417320" cy="822960"/>
          </a:xfrm>
          <a:prstGeom prst="rect">
            <a:avLst/>
          </a:prstGeom>
          <a:solidFill>
            <a:srgbClr val="EFEAF7"/>
          </a:solidFill>
          <a:ln w="12700">
            <a:solidFill>
              <a:srgbClr val="D3C4E8"/>
            </a:solidFill>
            <a:prstDash val="solid"/>
          </a:ln>
        </p:spPr>
      </p:sp>
      <p:sp>
        <p:nvSpPr>
          <p:cNvPr id="39" name="Shape 37"/>
          <p:cNvSpPr/>
          <p:nvPr/>
        </p:nvSpPr>
        <p:spPr>
          <a:xfrm>
            <a:off x="9464040" y="3767328"/>
            <a:ext cx="1965960" cy="146304"/>
          </a:xfrm>
          <a:prstGeom prst="rect">
            <a:avLst/>
          </a:prstGeom>
          <a:solidFill>
            <a:srgbClr val="BFC0D6"/>
          </a:solidFill>
          <a:ln w="12700">
            <a:solidFill>
              <a:srgbClr val="BFC0D6">
                <a:alpha val="0"/>
              </a:srgbClr>
            </a:solidFill>
            <a:prstDash val="solid"/>
          </a:ln>
        </p:spPr>
      </p:sp>
      <p:sp>
        <p:nvSpPr>
          <p:cNvPr id="40" name="Text 38"/>
          <p:cNvSpPr/>
          <p:nvPr/>
        </p:nvSpPr>
        <p:spPr>
          <a:xfrm>
            <a:off x="8229600" y="868680"/>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41" name="Text 39"/>
          <p:cNvSpPr/>
          <p:nvPr/>
        </p:nvSpPr>
        <p:spPr>
          <a:xfrm rot="420000">
            <a:off x="8567928" y="1353312"/>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42" name="Text 40"/>
          <p:cNvSpPr/>
          <p:nvPr/>
        </p:nvSpPr>
        <p:spPr>
          <a:xfrm rot="840000">
            <a:off x="8906256" y="1837944"/>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43" name="Text 41"/>
          <p:cNvSpPr/>
          <p:nvPr/>
        </p:nvSpPr>
        <p:spPr>
          <a:xfrm rot="1260000">
            <a:off x="9244584" y="2322576"/>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44" name="Text 42"/>
          <p:cNvSpPr/>
          <p:nvPr/>
        </p:nvSpPr>
        <p:spPr>
          <a:xfrm rot="1680000">
            <a:off x="9582912" y="2807208"/>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45" name="Text 43"/>
          <p:cNvSpPr/>
          <p:nvPr/>
        </p:nvSpPr>
        <p:spPr>
          <a:xfrm rot="2100000">
            <a:off x="9921240" y="3291840"/>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46" name="Text 44"/>
          <p:cNvSpPr/>
          <p:nvPr/>
        </p:nvSpPr>
        <p:spPr>
          <a:xfrm rot="2520000">
            <a:off x="10259568" y="3776472"/>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47" name="Text 45"/>
          <p:cNvSpPr/>
          <p:nvPr/>
        </p:nvSpPr>
        <p:spPr>
          <a:xfrm rot="2940000">
            <a:off x="10597896" y="4261104"/>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48" name="Text 46"/>
          <p:cNvSpPr/>
          <p:nvPr/>
        </p:nvSpPr>
        <p:spPr>
          <a:xfrm rot="3360000">
            <a:off x="10936224" y="1179576"/>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49" name="Text 47"/>
          <p:cNvSpPr/>
          <p:nvPr/>
        </p:nvSpPr>
        <p:spPr>
          <a:xfrm rot="3780000">
            <a:off x="11274552" y="1664208"/>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0" name="Text 48"/>
          <p:cNvSpPr/>
          <p:nvPr/>
        </p:nvSpPr>
        <p:spPr>
          <a:xfrm rot="4200000">
            <a:off x="8412480" y="2148840"/>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1" name="Text 49"/>
          <p:cNvSpPr/>
          <p:nvPr/>
        </p:nvSpPr>
        <p:spPr>
          <a:xfrm rot="4620000">
            <a:off x="8750808" y="2633472"/>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2" name="Text 50"/>
          <p:cNvSpPr/>
          <p:nvPr/>
        </p:nvSpPr>
        <p:spPr>
          <a:xfrm rot="5040000">
            <a:off x="9089136" y="3118104"/>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3" name="Text 51"/>
          <p:cNvSpPr/>
          <p:nvPr/>
        </p:nvSpPr>
        <p:spPr>
          <a:xfrm rot="5460000">
            <a:off x="9427464" y="3602736"/>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4" name="Text 52"/>
          <p:cNvSpPr/>
          <p:nvPr/>
        </p:nvSpPr>
        <p:spPr>
          <a:xfrm>
            <a:off x="530352" y="6473952"/>
            <a:ext cx="4023360" cy="164592"/>
          </a:xfrm>
          <a:prstGeom prst="rect">
            <a:avLst/>
          </a:prstGeom>
          <a:noFill/>
          <a:ln/>
        </p:spPr>
        <p:txBody>
          <a:bodyPr wrap="square" rtlCol="0" anchor="ctr"/>
          <a:lstStyle/>
          <a:p>
            <a:pPr indent="0" marL="0">
              <a:buNone/>
            </a:pPr>
            <a:r>
              <a:rPr lang="en-US" sz="800" dirty="0">
                <a:solidFill>
                  <a:srgbClr val="FBD7FF"/>
                </a:solidFill>
                <a:latin typeface="Avenir Next" pitchFamily="34" charset="0"/>
                <a:ea typeface="Avenir Next" pitchFamily="34" charset="-122"/>
                <a:cs typeface="Avenir Next" pitchFamily="34" charset="-120"/>
              </a:rPr>
              <a:t>ELITE Plan / Agent Customization Program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9D3F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B4E8"/>
          </a:solidFill>
          <a:ln w="12700">
            <a:solidFill>
              <a:srgbClr val="F8B4E8"/>
            </a:solidFill>
            <a:prstDash val="solid"/>
          </a:ln>
        </p:spPr>
      </p:sp>
      <p:sp>
        <p:nvSpPr>
          <p:cNvPr id="3" name="Shape 1"/>
          <p:cNvSpPr/>
          <p:nvPr/>
        </p:nvSpPr>
        <p:spPr>
          <a:xfrm>
            <a:off x="0" y="0"/>
            <a:ext cx="12191695" cy="6858000"/>
          </a:xfrm>
          <a:prstGeom prst="rect">
            <a:avLst/>
          </a:prstGeom>
          <a:solidFill>
            <a:srgbClr val="7B18D8">
              <a:alpha val="48000"/>
            </a:srgbClr>
          </a:solidFill>
          <a:ln w="12700">
            <a:solidFill>
              <a:srgbClr val="7B18D8">
                <a:alpha val="0"/>
              </a:srgbClr>
            </a:solidFill>
            <a:prstDash val="solid"/>
          </a:ln>
        </p:spPr>
      </p:sp>
      <p:sp>
        <p:nvSpPr>
          <p:cNvPr id="4" name="Shape 2"/>
          <p:cNvSpPr/>
          <p:nvPr/>
        </p:nvSpPr>
        <p:spPr>
          <a:xfrm rot="20880000">
            <a:off x="-1463040" y="-731520"/>
            <a:ext cx="8412480" cy="4754880"/>
          </a:xfrm>
          <a:prstGeom prst="arc">
            <a:avLst/>
          </a:prstGeom>
          <a:solidFill>
            <a:srgbClr val="FFFFFF">
              <a:alpha val="0"/>
            </a:srgbClr>
          </a:solidFill>
          <a:ln w="27940">
            <a:solidFill>
              <a:srgbClr val="FFFFFF">
                <a:alpha val="46000"/>
              </a:srgbClr>
            </a:solidFill>
            <a:prstDash val="solid"/>
          </a:ln>
        </p:spPr>
      </p:sp>
      <p:sp>
        <p:nvSpPr>
          <p:cNvPr id="5" name="Shape 3"/>
          <p:cNvSpPr/>
          <p:nvPr/>
        </p:nvSpPr>
        <p:spPr>
          <a:xfrm rot="720000">
            <a:off x="2926080" y="182880"/>
            <a:ext cx="8046720" cy="4572000"/>
          </a:xfrm>
          <a:prstGeom prst="arc">
            <a:avLst/>
          </a:prstGeom>
          <a:solidFill>
            <a:srgbClr val="FFFFFF">
              <a:alpha val="0"/>
            </a:srgbClr>
          </a:solidFill>
          <a:ln w="17780">
            <a:solidFill>
              <a:srgbClr val="FFFFFF">
                <a:alpha val="32000"/>
              </a:srgbClr>
            </a:solidFill>
            <a:prstDash val="solid"/>
          </a:ln>
        </p:spPr>
      </p:sp>
      <p:sp>
        <p:nvSpPr>
          <p:cNvPr id="6" name="Shape 4"/>
          <p:cNvSpPr/>
          <p:nvPr/>
        </p:nvSpPr>
        <p:spPr>
          <a:xfrm>
            <a:off x="2734056" y="3721608"/>
            <a:ext cx="73152" cy="73152"/>
          </a:xfrm>
          <a:prstGeom prst="ellipse">
            <a:avLst/>
          </a:prstGeom>
          <a:solidFill>
            <a:srgbClr val="FFE083">
              <a:alpha val="80000"/>
            </a:srgbClr>
          </a:solidFill>
          <a:ln w="12700">
            <a:solidFill>
              <a:srgbClr val="FFE083">
                <a:alpha val="0"/>
              </a:srgbClr>
            </a:solidFill>
            <a:prstDash val="solid"/>
          </a:ln>
        </p:spPr>
      </p:sp>
      <p:sp>
        <p:nvSpPr>
          <p:cNvPr id="7" name="Shape 5"/>
          <p:cNvSpPr/>
          <p:nvPr/>
        </p:nvSpPr>
        <p:spPr>
          <a:xfrm>
            <a:off x="3493008" y="4974336"/>
            <a:ext cx="36576" cy="36576"/>
          </a:xfrm>
          <a:prstGeom prst="ellipse">
            <a:avLst/>
          </a:prstGeom>
          <a:solidFill>
            <a:srgbClr val="FFFFFF">
              <a:alpha val="68000"/>
            </a:srgbClr>
          </a:solidFill>
          <a:ln w="12700">
            <a:solidFill>
              <a:srgbClr val="FFFFFF">
                <a:alpha val="0"/>
              </a:srgbClr>
            </a:solidFill>
            <a:prstDash val="solid"/>
          </a:ln>
        </p:spPr>
      </p:sp>
      <p:sp>
        <p:nvSpPr>
          <p:cNvPr id="8" name="Shape 6"/>
          <p:cNvSpPr/>
          <p:nvPr/>
        </p:nvSpPr>
        <p:spPr>
          <a:xfrm>
            <a:off x="4251960" y="557784"/>
            <a:ext cx="36576" cy="36576"/>
          </a:xfrm>
          <a:prstGeom prst="ellipse">
            <a:avLst/>
          </a:prstGeom>
          <a:solidFill>
            <a:srgbClr val="FFFFFF">
              <a:alpha val="68000"/>
            </a:srgbClr>
          </a:solidFill>
          <a:ln w="12700">
            <a:solidFill>
              <a:srgbClr val="FFFFFF">
                <a:alpha val="0"/>
              </a:srgbClr>
            </a:solidFill>
            <a:prstDash val="solid"/>
          </a:ln>
        </p:spPr>
      </p:sp>
      <p:sp>
        <p:nvSpPr>
          <p:cNvPr id="9" name="Shape 7"/>
          <p:cNvSpPr/>
          <p:nvPr/>
        </p:nvSpPr>
        <p:spPr>
          <a:xfrm>
            <a:off x="5010912" y="1810512"/>
            <a:ext cx="36576" cy="36576"/>
          </a:xfrm>
          <a:prstGeom prst="ellipse">
            <a:avLst/>
          </a:prstGeom>
          <a:solidFill>
            <a:srgbClr val="FFE083">
              <a:alpha val="80000"/>
            </a:srgbClr>
          </a:solidFill>
          <a:ln w="12700">
            <a:solidFill>
              <a:srgbClr val="FFE083">
                <a:alpha val="0"/>
              </a:srgbClr>
            </a:solidFill>
            <a:prstDash val="solid"/>
          </a:ln>
        </p:spPr>
      </p:sp>
      <p:sp>
        <p:nvSpPr>
          <p:cNvPr id="10" name="Shape 8"/>
          <p:cNvSpPr/>
          <p:nvPr/>
        </p:nvSpPr>
        <p:spPr>
          <a:xfrm>
            <a:off x="5769864" y="3063240"/>
            <a:ext cx="73152" cy="73152"/>
          </a:xfrm>
          <a:prstGeom prst="ellipse">
            <a:avLst/>
          </a:prstGeom>
          <a:solidFill>
            <a:srgbClr val="FFFFFF">
              <a:alpha val="68000"/>
            </a:srgbClr>
          </a:solidFill>
          <a:ln w="12700">
            <a:solidFill>
              <a:srgbClr val="FFFFFF">
                <a:alpha val="0"/>
              </a:srgbClr>
            </a:solidFill>
            <a:prstDash val="solid"/>
          </a:ln>
        </p:spPr>
      </p:sp>
      <p:sp>
        <p:nvSpPr>
          <p:cNvPr id="11" name="Shape 9"/>
          <p:cNvSpPr/>
          <p:nvPr/>
        </p:nvSpPr>
        <p:spPr>
          <a:xfrm>
            <a:off x="6528816" y="4315968"/>
            <a:ext cx="36576" cy="36576"/>
          </a:xfrm>
          <a:prstGeom prst="ellipse">
            <a:avLst/>
          </a:prstGeom>
          <a:solidFill>
            <a:srgbClr val="FFFFFF">
              <a:alpha val="68000"/>
            </a:srgbClr>
          </a:solidFill>
          <a:ln w="12700">
            <a:solidFill>
              <a:srgbClr val="FFFFFF">
                <a:alpha val="0"/>
              </a:srgbClr>
            </a:solidFill>
            <a:prstDash val="solid"/>
          </a:ln>
        </p:spPr>
      </p:sp>
      <p:sp>
        <p:nvSpPr>
          <p:cNvPr id="12" name="Shape 10"/>
          <p:cNvSpPr/>
          <p:nvPr/>
        </p:nvSpPr>
        <p:spPr>
          <a:xfrm>
            <a:off x="7287768" y="5568696"/>
            <a:ext cx="36576" cy="36576"/>
          </a:xfrm>
          <a:prstGeom prst="ellipse">
            <a:avLst/>
          </a:prstGeom>
          <a:solidFill>
            <a:srgbClr val="FFE083">
              <a:alpha val="80000"/>
            </a:srgbClr>
          </a:solidFill>
          <a:ln w="12700">
            <a:solidFill>
              <a:srgbClr val="FFE083">
                <a:alpha val="0"/>
              </a:srgbClr>
            </a:solidFill>
            <a:prstDash val="solid"/>
          </a:ln>
        </p:spPr>
      </p:sp>
      <p:sp>
        <p:nvSpPr>
          <p:cNvPr id="13" name="Shape 11"/>
          <p:cNvSpPr/>
          <p:nvPr/>
        </p:nvSpPr>
        <p:spPr>
          <a:xfrm>
            <a:off x="8046720" y="1152144"/>
            <a:ext cx="36576" cy="36576"/>
          </a:xfrm>
          <a:prstGeom prst="ellipse">
            <a:avLst/>
          </a:prstGeom>
          <a:solidFill>
            <a:srgbClr val="FFFFFF">
              <a:alpha val="68000"/>
            </a:srgbClr>
          </a:solidFill>
          <a:ln w="12700">
            <a:solidFill>
              <a:srgbClr val="FFFFFF">
                <a:alpha val="0"/>
              </a:srgbClr>
            </a:solidFill>
            <a:prstDash val="solid"/>
          </a:ln>
        </p:spPr>
      </p:sp>
      <p:sp>
        <p:nvSpPr>
          <p:cNvPr id="14" name="Shape 12"/>
          <p:cNvSpPr/>
          <p:nvPr/>
        </p:nvSpPr>
        <p:spPr>
          <a:xfrm>
            <a:off x="8805672" y="2404872"/>
            <a:ext cx="73152" cy="73152"/>
          </a:xfrm>
          <a:prstGeom prst="ellipse">
            <a:avLst/>
          </a:prstGeom>
          <a:solidFill>
            <a:srgbClr val="FFFFFF">
              <a:alpha val="68000"/>
            </a:srgbClr>
          </a:solidFill>
          <a:ln w="12700">
            <a:solidFill>
              <a:srgbClr val="FFFFFF">
                <a:alpha val="0"/>
              </a:srgbClr>
            </a:solidFill>
            <a:prstDash val="solid"/>
          </a:ln>
        </p:spPr>
      </p:sp>
      <p:sp>
        <p:nvSpPr>
          <p:cNvPr id="15" name="Shape 13"/>
          <p:cNvSpPr/>
          <p:nvPr/>
        </p:nvSpPr>
        <p:spPr>
          <a:xfrm>
            <a:off x="9564624" y="3657600"/>
            <a:ext cx="36576" cy="36576"/>
          </a:xfrm>
          <a:prstGeom prst="ellipse">
            <a:avLst/>
          </a:prstGeom>
          <a:solidFill>
            <a:srgbClr val="FFE083">
              <a:alpha val="80000"/>
            </a:srgbClr>
          </a:solidFill>
          <a:ln w="12700">
            <a:solidFill>
              <a:srgbClr val="FFE083">
                <a:alpha val="0"/>
              </a:srgbClr>
            </a:solidFill>
            <a:prstDash val="solid"/>
          </a:ln>
        </p:spPr>
      </p:sp>
      <p:sp>
        <p:nvSpPr>
          <p:cNvPr id="16" name="Shape 14"/>
          <p:cNvSpPr/>
          <p:nvPr/>
        </p:nvSpPr>
        <p:spPr>
          <a:xfrm>
            <a:off x="10323576" y="4910328"/>
            <a:ext cx="36576" cy="36576"/>
          </a:xfrm>
          <a:prstGeom prst="ellipse">
            <a:avLst/>
          </a:prstGeom>
          <a:solidFill>
            <a:srgbClr val="FFFFFF">
              <a:alpha val="68000"/>
            </a:srgbClr>
          </a:solidFill>
          <a:ln w="12700">
            <a:solidFill>
              <a:srgbClr val="FFFFFF">
                <a:alpha val="0"/>
              </a:srgbClr>
            </a:solidFill>
            <a:prstDash val="solid"/>
          </a:ln>
        </p:spPr>
      </p:sp>
      <p:sp>
        <p:nvSpPr>
          <p:cNvPr id="17" name="Shape 15"/>
          <p:cNvSpPr/>
          <p:nvPr/>
        </p:nvSpPr>
        <p:spPr>
          <a:xfrm>
            <a:off x="566928" y="493776"/>
            <a:ext cx="36576" cy="36576"/>
          </a:xfrm>
          <a:prstGeom prst="ellipse">
            <a:avLst/>
          </a:prstGeom>
          <a:solidFill>
            <a:srgbClr val="FFFFFF">
              <a:alpha val="68000"/>
            </a:srgbClr>
          </a:solidFill>
          <a:ln w="12700">
            <a:solidFill>
              <a:srgbClr val="FFFFFF">
                <a:alpha val="0"/>
              </a:srgbClr>
            </a:solidFill>
            <a:prstDash val="solid"/>
          </a:ln>
        </p:spPr>
      </p:sp>
      <p:sp>
        <p:nvSpPr>
          <p:cNvPr id="18" name="Shape 16"/>
          <p:cNvSpPr/>
          <p:nvPr/>
        </p:nvSpPr>
        <p:spPr>
          <a:xfrm>
            <a:off x="1325880" y="1746504"/>
            <a:ext cx="73152" cy="73152"/>
          </a:xfrm>
          <a:prstGeom prst="ellipse">
            <a:avLst/>
          </a:prstGeom>
          <a:solidFill>
            <a:srgbClr val="FFE083">
              <a:alpha val="80000"/>
            </a:srgbClr>
          </a:solidFill>
          <a:ln w="12700">
            <a:solidFill>
              <a:srgbClr val="FFE083">
                <a:alpha val="0"/>
              </a:srgbClr>
            </a:solidFill>
            <a:prstDash val="solid"/>
          </a:ln>
        </p:spPr>
      </p:sp>
      <p:sp>
        <p:nvSpPr>
          <p:cNvPr id="19" name="Shape 17"/>
          <p:cNvSpPr/>
          <p:nvPr/>
        </p:nvSpPr>
        <p:spPr>
          <a:xfrm>
            <a:off x="2084832" y="2999232"/>
            <a:ext cx="36576" cy="36576"/>
          </a:xfrm>
          <a:prstGeom prst="ellipse">
            <a:avLst/>
          </a:prstGeom>
          <a:solidFill>
            <a:srgbClr val="FFFFFF">
              <a:alpha val="68000"/>
            </a:srgbClr>
          </a:solidFill>
          <a:ln w="12700">
            <a:solidFill>
              <a:srgbClr val="FFFFFF">
                <a:alpha val="0"/>
              </a:srgbClr>
            </a:solidFill>
            <a:prstDash val="solid"/>
          </a:ln>
        </p:spPr>
      </p:sp>
      <p:sp>
        <p:nvSpPr>
          <p:cNvPr id="20" name="Shape 18"/>
          <p:cNvSpPr/>
          <p:nvPr/>
        </p:nvSpPr>
        <p:spPr>
          <a:xfrm>
            <a:off x="2843784" y="4251960"/>
            <a:ext cx="36576" cy="36576"/>
          </a:xfrm>
          <a:prstGeom prst="ellipse">
            <a:avLst/>
          </a:prstGeom>
          <a:solidFill>
            <a:srgbClr val="FFFFFF">
              <a:alpha val="68000"/>
            </a:srgbClr>
          </a:solidFill>
          <a:ln w="12700">
            <a:solidFill>
              <a:srgbClr val="FFFFFF">
                <a:alpha val="0"/>
              </a:srgbClr>
            </a:solidFill>
            <a:prstDash val="solid"/>
          </a:ln>
        </p:spPr>
      </p:sp>
      <p:sp>
        <p:nvSpPr>
          <p:cNvPr id="21" name="Shape 19"/>
          <p:cNvSpPr/>
          <p:nvPr/>
        </p:nvSpPr>
        <p:spPr>
          <a:xfrm>
            <a:off x="3602736" y="5504688"/>
            <a:ext cx="36576" cy="36576"/>
          </a:xfrm>
          <a:prstGeom prst="ellipse">
            <a:avLst/>
          </a:prstGeom>
          <a:solidFill>
            <a:srgbClr val="FFE083">
              <a:alpha val="80000"/>
            </a:srgbClr>
          </a:solidFill>
          <a:ln w="12700">
            <a:solidFill>
              <a:srgbClr val="FFE083">
                <a:alpha val="0"/>
              </a:srgbClr>
            </a:solidFill>
            <a:prstDash val="solid"/>
          </a:ln>
        </p:spPr>
      </p:sp>
      <p:sp>
        <p:nvSpPr>
          <p:cNvPr id="22" name="Shape 20"/>
          <p:cNvSpPr/>
          <p:nvPr/>
        </p:nvSpPr>
        <p:spPr>
          <a:xfrm>
            <a:off x="4361688" y="1088136"/>
            <a:ext cx="73152" cy="73152"/>
          </a:xfrm>
          <a:prstGeom prst="ellipse">
            <a:avLst/>
          </a:prstGeom>
          <a:solidFill>
            <a:srgbClr val="FFFFFF">
              <a:alpha val="68000"/>
            </a:srgbClr>
          </a:solidFill>
          <a:ln w="12700">
            <a:solidFill>
              <a:srgbClr val="FFFFFF">
                <a:alpha val="0"/>
              </a:srgbClr>
            </a:solidFill>
            <a:prstDash val="solid"/>
          </a:ln>
        </p:spPr>
      </p:sp>
      <p:sp>
        <p:nvSpPr>
          <p:cNvPr id="23" name="Shape 21"/>
          <p:cNvSpPr/>
          <p:nvPr/>
        </p:nvSpPr>
        <p:spPr>
          <a:xfrm>
            <a:off x="5120640" y="2340864"/>
            <a:ext cx="36576" cy="36576"/>
          </a:xfrm>
          <a:prstGeom prst="ellipse">
            <a:avLst/>
          </a:prstGeom>
          <a:solidFill>
            <a:srgbClr val="FFFFFF">
              <a:alpha val="68000"/>
            </a:srgbClr>
          </a:solidFill>
          <a:ln w="12700">
            <a:solidFill>
              <a:srgbClr val="FFFFFF">
                <a:alpha val="0"/>
              </a:srgbClr>
            </a:solidFill>
            <a:prstDash val="solid"/>
          </a:ln>
        </p:spPr>
      </p:sp>
      <p:sp>
        <p:nvSpPr>
          <p:cNvPr id="24" name="Shape 22"/>
          <p:cNvSpPr/>
          <p:nvPr/>
        </p:nvSpPr>
        <p:spPr>
          <a:xfrm>
            <a:off x="0" y="6364224"/>
            <a:ext cx="12191695" cy="493776"/>
          </a:xfrm>
          <a:prstGeom prst="rect">
            <a:avLst/>
          </a:prstGeom>
          <a:solidFill>
            <a:srgbClr val="33004F">
              <a:alpha val="88000"/>
            </a:srgbClr>
          </a:solidFill>
          <a:ln w="12700">
            <a:solidFill>
              <a:srgbClr val="33004F">
                <a:alpha val="0"/>
              </a:srgbClr>
            </a:solidFill>
            <a:prstDash val="solid"/>
          </a:ln>
        </p:spPr>
      </p:sp>
      <p:sp>
        <p:nvSpPr>
          <p:cNvPr id="25" name="Shape 23"/>
          <p:cNvSpPr/>
          <p:nvPr/>
        </p:nvSpPr>
        <p:spPr>
          <a:xfrm>
            <a:off x="502920" y="384048"/>
            <a:ext cx="4526280" cy="530352"/>
          </a:xfrm>
          <a:prstGeom prst="rect">
            <a:avLst/>
          </a:prstGeom>
          <a:solidFill>
            <a:srgbClr val="FFFFFF">
              <a:alpha val="96000"/>
            </a:srgbClr>
          </a:solidFill>
          <a:ln w="12700">
            <a:solidFill>
              <a:srgbClr val="FFFFFF">
                <a:alpha val="0"/>
              </a:srgbClr>
            </a:solidFill>
            <a:prstDash val="solid"/>
          </a:ln>
        </p:spPr>
      </p:sp>
      <p:sp>
        <p:nvSpPr>
          <p:cNvPr id="26" name="Text 24"/>
          <p:cNvSpPr/>
          <p:nvPr/>
        </p:nvSpPr>
        <p:spPr>
          <a:xfrm>
            <a:off x="658368" y="484632"/>
            <a:ext cx="4160520" cy="256032"/>
          </a:xfrm>
          <a:prstGeom prst="rect">
            <a:avLst/>
          </a:prstGeom>
          <a:noFill/>
          <a:ln/>
        </p:spPr>
        <p:txBody>
          <a:bodyPr wrap="square" rtlCol="0" anchor="ctr">
            <a:normAutofit/>
          </a:bodyPr>
          <a:lstStyle/>
          <a:p>
            <a:pPr indent="0" marL="0">
              <a:buNone/>
            </a:pPr>
            <a:r>
              <a:rPr lang="en-US" sz="1600" b="1" dirty="0">
                <a:solidFill>
                  <a:srgbClr val="E8005A"/>
                </a:solidFill>
                <a:latin typeface="Hiragino Sans" pitchFamily="34" charset="0"/>
                <a:ea typeface="Hiragino Sans" pitchFamily="34" charset="-122"/>
                <a:cs typeface="Hiragino Sans" pitchFamily="34" charset="-120"/>
              </a:rPr>
              <a:t>ELITE プラン 特別ページ  /  10</a:t>
            </a:r>
            <a:endParaRPr lang="en-US" sz="1600" dirty="0"/>
          </a:p>
        </p:txBody>
      </p:sp>
      <p:sp>
        <p:nvSpPr>
          <p:cNvPr id="27" name="Shape 25"/>
          <p:cNvSpPr/>
          <p:nvPr/>
        </p:nvSpPr>
        <p:spPr>
          <a:xfrm>
            <a:off x="502920" y="1143000"/>
            <a:ext cx="6995160" cy="822960"/>
          </a:xfrm>
          <a:prstGeom prst="rect">
            <a:avLst/>
          </a:prstGeom>
          <a:solidFill>
            <a:srgbClr val="E8005A"/>
          </a:solidFill>
          <a:ln w="12700">
            <a:solidFill>
              <a:srgbClr val="E8005A">
                <a:alpha val="0"/>
              </a:srgbClr>
            </a:solidFill>
            <a:prstDash val="solid"/>
          </a:ln>
        </p:spPr>
      </p:sp>
      <p:sp>
        <p:nvSpPr>
          <p:cNvPr id="28" name="Shape 26"/>
          <p:cNvSpPr/>
          <p:nvPr/>
        </p:nvSpPr>
        <p:spPr>
          <a:xfrm>
            <a:off x="6903720" y="1143000"/>
            <a:ext cx="1737360" cy="822960"/>
          </a:xfrm>
          <a:prstGeom prst="rect">
            <a:avLst/>
          </a:prstGeom>
          <a:solidFill>
            <a:srgbClr val="B00083"/>
          </a:solidFill>
          <a:ln w="12700">
            <a:solidFill>
              <a:srgbClr val="B00083">
                <a:alpha val="0"/>
              </a:srgbClr>
            </a:solidFill>
            <a:prstDash val="solid"/>
          </a:ln>
        </p:spPr>
      </p:sp>
      <p:sp>
        <p:nvSpPr>
          <p:cNvPr id="29" name="Text 27"/>
          <p:cNvSpPr/>
          <p:nvPr/>
        </p:nvSpPr>
        <p:spPr>
          <a:xfrm>
            <a:off x="749808" y="1271016"/>
            <a:ext cx="7086600" cy="438912"/>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Hiragino Sans" pitchFamily="34" charset="0"/>
                <a:ea typeface="Hiragino Sans" pitchFamily="34" charset="-122"/>
                <a:cs typeface="Hiragino Sans" pitchFamily="34" charset="-120"/>
              </a:rPr>
              <a:t>マネタイズは“売り方の暗記”ではない</a:t>
            </a:r>
            <a:endParaRPr lang="en-US" sz="2900" dirty="0"/>
          </a:p>
        </p:txBody>
      </p:sp>
      <p:sp>
        <p:nvSpPr>
          <p:cNvPr id="30" name="Text 28"/>
          <p:cNvSpPr/>
          <p:nvPr/>
        </p:nvSpPr>
        <p:spPr>
          <a:xfrm>
            <a:off x="566928" y="2249424"/>
            <a:ext cx="4297680" cy="310896"/>
          </a:xfrm>
          <a:prstGeom prst="rect">
            <a:avLst/>
          </a:prstGeom>
          <a:noFill/>
          <a:ln/>
        </p:spPr>
        <p:txBody>
          <a:bodyPr wrap="square" rtlCol="0" anchor="ctr">
            <a:normAutofit/>
          </a:bodyPr>
          <a:lstStyle/>
          <a:p>
            <a:pPr indent="0" marL="0">
              <a:buNone/>
            </a:pPr>
            <a:r>
              <a:rPr lang="en-US" sz="1400" b="1" dirty="0">
                <a:solidFill>
                  <a:srgbClr val="E8005A"/>
                </a:solidFill>
                <a:latin typeface="Hiragino Sans" pitchFamily="34" charset="0"/>
                <a:ea typeface="Hiragino Sans" pitchFamily="34" charset="-122"/>
                <a:cs typeface="Hiragino Sans" pitchFamily="34" charset="-120"/>
              </a:rPr>
              <a:t>買われる理由を組み立てる</a:t>
            </a:r>
            <a:endParaRPr lang="en-US" sz="1400" dirty="0"/>
          </a:p>
        </p:txBody>
      </p:sp>
      <p:sp>
        <p:nvSpPr>
          <p:cNvPr id="31" name="Text 29"/>
          <p:cNvSpPr/>
          <p:nvPr/>
        </p:nvSpPr>
        <p:spPr>
          <a:xfrm>
            <a:off x="566928" y="2596896"/>
            <a:ext cx="6217920" cy="987552"/>
          </a:xfrm>
          <a:prstGeom prst="rect">
            <a:avLst/>
          </a:prstGeom>
          <a:noFill/>
          <a:ln/>
        </p:spPr>
        <p:txBody>
          <a:bodyPr wrap="square" rtlCol="0" anchor="ctr">
            <a:normAutofit/>
          </a:bodyPr>
          <a:lstStyle/>
          <a:p>
            <a:pPr indent="0" marL="0">
              <a:buNone/>
            </a:pPr>
            <a:r>
              <a:rPr lang="en-US" sz="2500" b="1" dirty="0">
                <a:solidFill>
                  <a:srgbClr val="2B1B3A"/>
                </a:solidFill>
                <a:latin typeface="Hiragino Sans" pitchFamily="34" charset="0"/>
                <a:ea typeface="Hiragino Sans" pitchFamily="34" charset="-122"/>
                <a:cs typeface="Hiragino Sans" pitchFamily="34" charset="-120"/>
              </a:rPr>
              <a:t>顧客理解→課題→価値→価格→提案の連鎖を作る。</a:t>
            </a:r>
            <a:endParaRPr lang="en-US" sz="2500" dirty="0"/>
          </a:p>
        </p:txBody>
      </p:sp>
      <p:sp>
        <p:nvSpPr>
          <p:cNvPr id="32" name="Shape 30"/>
          <p:cNvSpPr/>
          <p:nvPr/>
        </p:nvSpPr>
        <p:spPr>
          <a:xfrm>
            <a:off x="749808" y="4297680"/>
            <a:ext cx="1572768" cy="621792"/>
          </a:xfrm>
          <a:prstGeom prst="roundRect">
            <a:avLst>
              <a:gd name="adj" fmla="val 10294"/>
            </a:avLst>
          </a:prstGeom>
          <a:solidFill>
            <a:srgbClr val="FFFFFF"/>
          </a:solidFill>
          <a:ln w="12700">
            <a:solidFill>
              <a:srgbClr val="FFFFFF">
                <a:alpha val="0"/>
              </a:srgbClr>
            </a:solidFill>
            <a:prstDash val="solid"/>
          </a:ln>
        </p:spPr>
      </p:sp>
      <p:sp>
        <p:nvSpPr>
          <p:cNvPr id="33" name="Text 31"/>
          <p:cNvSpPr/>
          <p:nvPr/>
        </p:nvSpPr>
        <p:spPr>
          <a:xfrm>
            <a:off x="896112" y="4416552"/>
            <a:ext cx="1280160" cy="219456"/>
          </a:xfrm>
          <a:prstGeom prst="rect">
            <a:avLst/>
          </a:prstGeom>
          <a:noFill/>
          <a:ln/>
        </p:spPr>
        <p:txBody>
          <a:bodyPr wrap="square" lIns="0" tIns="0" rIns="0" bIns="0" rtlCol="0" anchor="ctr">
            <a:normAutofit/>
          </a:bodyPr>
          <a:lstStyle/>
          <a:p>
            <a:pPr algn="ctr" indent="0" marL="0">
              <a:buNone/>
            </a:pPr>
            <a:r>
              <a:rPr lang="en-US" sz="1400" b="1" dirty="0">
                <a:solidFill>
                  <a:srgbClr val="2B1B3A"/>
                </a:solidFill>
                <a:latin typeface="Hiragino Sans" pitchFamily="34" charset="0"/>
                <a:ea typeface="Hiragino Sans" pitchFamily="34" charset="-122"/>
                <a:cs typeface="Hiragino Sans" pitchFamily="34" charset="-120"/>
              </a:rPr>
              <a:t>顧客理解</a:t>
            </a:r>
            <a:endParaRPr lang="en-US" sz="1400" dirty="0"/>
          </a:p>
        </p:txBody>
      </p:sp>
      <p:sp>
        <p:nvSpPr>
          <p:cNvPr id="34" name="Shape 32"/>
          <p:cNvSpPr/>
          <p:nvPr/>
        </p:nvSpPr>
        <p:spPr>
          <a:xfrm rot="5400000">
            <a:off x="2414016" y="4489704"/>
            <a:ext cx="146304" cy="201168"/>
          </a:xfrm>
          <a:prstGeom prst="triangle">
            <a:avLst/>
          </a:prstGeom>
          <a:solidFill>
            <a:srgbClr val="7B18D8"/>
          </a:solidFill>
          <a:ln w="12700">
            <a:solidFill>
              <a:srgbClr val="7B18D8">
                <a:alpha val="0"/>
              </a:srgbClr>
            </a:solidFill>
            <a:prstDash val="solid"/>
          </a:ln>
        </p:spPr>
      </p:sp>
      <p:sp>
        <p:nvSpPr>
          <p:cNvPr id="35" name="Shape 33"/>
          <p:cNvSpPr/>
          <p:nvPr/>
        </p:nvSpPr>
        <p:spPr>
          <a:xfrm>
            <a:off x="2615184" y="4297680"/>
            <a:ext cx="1572768" cy="621792"/>
          </a:xfrm>
          <a:prstGeom prst="roundRect">
            <a:avLst>
              <a:gd name="adj" fmla="val 10294"/>
            </a:avLst>
          </a:prstGeom>
          <a:solidFill>
            <a:srgbClr val="FFFFFF"/>
          </a:solidFill>
          <a:ln w="12700">
            <a:solidFill>
              <a:srgbClr val="FFFFFF">
                <a:alpha val="0"/>
              </a:srgbClr>
            </a:solidFill>
            <a:prstDash val="solid"/>
          </a:ln>
        </p:spPr>
      </p:sp>
      <p:sp>
        <p:nvSpPr>
          <p:cNvPr id="36" name="Text 34"/>
          <p:cNvSpPr/>
          <p:nvPr/>
        </p:nvSpPr>
        <p:spPr>
          <a:xfrm>
            <a:off x="2761488" y="4416552"/>
            <a:ext cx="1280160" cy="219456"/>
          </a:xfrm>
          <a:prstGeom prst="rect">
            <a:avLst/>
          </a:prstGeom>
          <a:noFill/>
          <a:ln/>
        </p:spPr>
        <p:txBody>
          <a:bodyPr wrap="square" lIns="0" tIns="0" rIns="0" bIns="0" rtlCol="0" anchor="ctr">
            <a:normAutofit/>
          </a:bodyPr>
          <a:lstStyle/>
          <a:p>
            <a:pPr algn="ctr" indent="0" marL="0">
              <a:buNone/>
            </a:pPr>
            <a:r>
              <a:rPr lang="en-US" sz="1400" b="1" dirty="0">
                <a:solidFill>
                  <a:srgbClr val="2B1B3A"/>
                </a:solidFill>
                <a:latin typeface="Hiragino Sans" pitchFamily="34" charset="0"/>
                <a:ea typeface="Hiragino Sans" pitchFamily="34" charset="-122"/>
                <a:cs typeface="Hiragino Sans" pitchFamily="34" charset="-120"/>
              </a:rPr>
              <a:t>課題</a:t>
            </a:r>
            <a:endParaRPr lang="en-US" sz="1400" dirty="0"/>
          </a:p>
        </p:txBody>
      </p:sp>
      <p:sp>
        <p:nvSpPr>
          <p:cNvPr id="37" name="Shape 35"/>
          <p:cNvSpPr/>
          <p:nvPr/>
        </p:nvSpPr>
        <p:spPr>
          <a:xfrm rot="5400000">
            <a:off x="4279392" y="4489704"/>
            <a:ext cx="146304" cy="201168"/>
          </a:xfrm>
          <a:prstGeom prst="triangle">
            <a:avLst/>
          </a:prstGeom>
          <a:solidFill>
            <a:srgbClr val="7B18D8"/>
          </a:solidFill>
          <a:ln w="12700">
            <a:solidFill>
              <a:srgbClr val="7B18D8">
                <a:alpha val="0"/>
              </a:srgbClr>
            </a:solidFill>
            <a:prstDash val="solid"/>
          </a:ln>
        </p:spPr>
      </p:sp>
      <p:sp>
        <p:nvSpPr>
          <p:cNvPr id="38" name="Shape 36"/>
          <p:cNvSpPr/>
          <p:nvPr/>
        </p:nvSpPr>
        <p:spPr>
          <a:xfrm>
            <a:off x="4480560" y="4297680"/>
            <a:ext cx="1572768" cy="621792"/>
          </a:xfrm>
          <a:prstGeom prst="roundRect">
            <a:avLst>
              <a:gd name="adj" fmla="val 10294"/>
            </a:avLst>
          </a:prstGeom>
          <a:solidFill>
            <a:srgbClr val="FFFFFF"/>
          </a:solidFill>
          <a:ln w="12700">
            <a:solidFill>
              <a:srgbClr val="FFFFFF">
                <a:alpha val="0"/>
              </a:srgbClr>
            </a:solidFill>
            <a:prstDash val="solid"/>
          </a:ln>
        </p:spPr>
      </p:sp>
      <p:sp>
        <p:nvSpPr>
          <p:cNvPr id="39" name="Text 37"/>
          <p:cNvSpPr/>
          <p:nvPr/>
        </p:nvSpPr>
        <p:spPr>
          <a:xfrm>
            <a:off x="4626864" y="4416552"/>
            <a:ext cx="1280160" cy="219456"/>
          </a:xfrm>
          <a:prstGeom prst="rect">
            <a:avLst/>
          </a:prstGeom>
          <a:noFill/>
          <a:ln/>
        </p:spPr>
        <p:txBody>
          <a:bodyPr wrap="square" lIns="0" tIns="0" rIns="0" bIns="0" rtlCol="0" anchor="ctr">
            <a:normAutofit/>
          </a:bodyPr>
          <a:lstStyle/>
          <a:p>
            <a:pPr algn="ctr" indent="0" marL="0">
              <a:buNone/>
            </a:pPr>
            <a:r>
              <a:rPr lang="en-US" sz="1400" b="1" dirty="0">
                <a:solidFill>
                  <a:srgbClr val="2B1B3A"/>
                </a:solidFill>
                <a:latin typeface="Hiragino Sans" pitchFamily="34" charset="0"/>
                <a:ea typeface="Hiragino Sans" pitchFamily="34" charset="-122"/>
                <a:cs typeface="Hiragino Sans" pitchFamily="34" charset="-120"/>
              </a:rPr>
              <a:t>価値</a:t>
            </a:r>
            <a:endParaRPr lang="en-US" sz="1400" dirty="0"/>
          </a:p>
        </p:txBody>
      </p:sp>
      <p:sp>
        <p:nvSpPr>
          <p:cNvPr id="40" name="Shape 38"/>
          <p:cNvSpPr/>
          <p:nvPr/>
        </p:nvSpPr>
        <p:spPr>
          <a:xfrm rot="5400000">
            <a:off x="6144768" y="4489704"/>
            <a:ext cx="146304" cy="201168"/>
          </a:xfrm>
          <a:prstGeom prst="triangle">
            <a:avLst/>
          </a:prstGeom>
          <a:solidFill>
            <a:srgbClr val="7B18D8"/>
          </a:solidFill>
          <a:ln w="12700">
            <a:solidFill>
              <a:srgbClr val="7B18D8">
                <a:alpha val="0"/>
              </a:srgbClr>
            </a:solidFill>
            <a:prstDash val="solid"/>
          </a:ln>
        </p:spPr>
      </p:sp>
      <p:sp>
        <p:nvSpPr>
          <p:cNvPr id="41" name="Shape 39"/>
          <p:cNvSpPr/>
          <p:nvPr/>
        </p:nvSpPr>
        <p:spPr>
          <a:xfrm>
            <a:off x="6345936" y="4297680"/>
            <a:ext cx="1572768" cy="621792"/>
          </a:xfrm>
          <a:prstGeom prst="roundRect">
            <a:avLst>
              <a:gd name="adj" fmla="val 10294"/>
            </a:avLst>
          </a:prstGeom>
          <a:solidFill>
            <a:srgbClr val="FFFFFF"/>
          </a:solidFill>
          <a:ln w="12700">
            <a:solidFill>
              <a:srgbClr val="FFFFFF">
                <a:alpha val="0"/>
              </a:srgbClr>
            </a:solidFill>
            <a:prstDash val="solid"/>
          </a:ln>
        </p:spPr>
      </p:sp>
      <p:sp>
        <p:nvSpPr>
          <p:cNvPr id="42" name="Text 40"/>
          <p:cNvSpPr/>
          <p:nvPr/>
        </p:nvSpPr>
        <p:spPr>
          <a:xfrm>
            <a:off x="6492240" y="4416552"/>
            <a:ext cx="1280160" cy="219456"/>
          </a:xfrm>
          <a:prstGeom prst="rect">
            <a:avLst/>
          </a:prstGeom>
          <a:noFill/>
          <a:ln/>
        </p:spPr>
        <p:txBody>
          <a:bodyPr wrap="square" lIns="0" tIns="0" rIns="0" bIns="0" rtlCol="0" anchor="ctr">
            <a:normAutofit/>
          </a:bodyPr>
          <a:lstStyle/>
          <a:p>
            <a:pPr algn="ctr" indent="0" marL="0">
              <a:buNone/>
            </a:pPr>
            <a:r>
              <a:rPr lang="en-US" sz="1400" b="1" dirty="0">
                <a:solidFill>
                  <a:srgbClr val="2B1B3A"/>
                </a:solidFill>
                <a:latin typeface="Hiragino Sans" pitchFamily="34" charset="0"/>
                <a:ea typeface="Hiragino Sans" pitchFamily="34" charset="-122"/>
                <a:cs typeface="Hiragino Sans" pitchFamily="34" charset="-120"/>
              </a:rPr>
              <a:t>価格</a:t>
            </a:r>
            <a:endParaRPr lang="en-US" sz="1400" dirty="0"/>
          </a:p>
        </p:txBody>
      </p:sp>
      <p:sp>
        <p:nvSpPr>
          <p:cNvPr id="43" name="Shape 41"/>
          <p:cNvSpPr/>
          <p:nvPr/>
        </p:nvSpPr>
        <p:spPr>
          <a:xfrm rot="5400000">
            <a:off x="8010144" y="4489704"/>
            <a:ext cx="146304" cy="201168"/>
          </a:xfrm>
          <a:prstGeom prst="triangle">
            <a:avLst/>
          </a:prstGeom>
          <a:solidFill>
            <a:srgbClr val="7B18D8"/>
          </a:solidFill>
          <a:ln w="12700">
            <a:solidFill>
              <a:srgbClr val="7B18D8">
                <a:alpha val="0"/>
              </a:srgbClr>
            </a:solidFill>
            <a:prstDash val="solid"/>
          </a:ln>
        </p:spPr>
      </p:sp>
      <p:sp>
        <p:nvSpPr>
          <p:cNvPr id="44" name="Shape 42"/>
          <p:cNvSpPr/>
          <p:nvPr/>
        </p:nvSpPr>
        <p:spPr>
          <a:xfrm>
            <a:off x="8211312" y="4297680"/>
            <a:ext cx="1572768" cy="621792"/>
          </a:xfrm>
          <a:prstGeom prst="roundRect">
            <a:avLst>
              <a:gd name="adj" fmla="val 10294"/>
            </a:avLst>
          </a:prstGeom>
          <a:solidFill>
            <a:srgbClr val="E8005A"/>
          </a:solidFill>
          <a:ln w="12700">
            <a:solidFill>
              <a:srgbClr val="FFFFFF">
                <a:alpha val="0"/>
              </a:srgbClr>
            </a:solidFill>
            <a:prstDash val="solid"/>
          </a:ln>
        </p:spPr>
      </p:sp>
      <p:sp>
        <p:nvSpPr>
          <p:cNvPr id="45" name="Text 43"/>
          <p:cNvSpPr/>
          <p:nvPr/>
        </p:nvSpPr>
        <p:spPr>
          <a:xfrm>
            <a:off x="8357616" y="4416552"/>
            <a:ext cx="1280160" cy="219456"/>
          </a:xfrm>
          <a:prstGeom prst="rect">
            <a:avLst/>
          </a:prstGeom>
          <a:noFill/>
          <a:ln/>
        </p:spPr>
        <p:txBody>
          <a:bodyPr wrap="square" lIns="0" tIns="0" rIns="0" bIns="0" rtlCol="0" anchor="ctr">
            <a:normAutofit/>
          </a:bodyPr>
          <a:lstStyle/>
          <a:p>
            <a:pPr algn="ctr" indent="0" marL="0">
              <a:buNone/>
            </a:pPr>
            <a:r>
              <a:rPr lang="en-US" sz="1400" b="1" dirty="0">
                <a:solidFill>
                  <a:srgbClr val="FFFFFF"/>
                </a:solidFill>
                <a:latin typeface="Hiragino Sans" pitchFamily="34" charset="0"/>
                <a:ea typeface="Hiragino Sans" pitchFamily="34" charset="-122"/>
                <a:cs typeface="Hiragino Sans" pitchFamily="34" charset="-120"/>
              </a:rPr>
              <a:t>提案</a:t>
            </a:r>
            <a:endParaRPr lang="en-US" sz="1400" dirty="0"/>
          </a:p>
        </p:txBody>
      </p:sp>
      <p:sp>
        <p:nvSpPr>
          <p:cNvPr id="46" name="Shape 44"/>
          <p:cNvSpPr/>
          <p:nvPr/>
        </p:nvSpPr>
        <p:spPr>
          <a:xfrm>
            <a:off x="8321040" y="960120"/>
            <a:ext cx="3429000" cy="3429000"/>
          </a:xfrm>
          <a:prstGeom prst="ellipse">
            <a:avLst/>
          </a:prstGeom>
          <a:solidFill>
            <a:srgbClr val="FFE083">
              <a:alpha val="37000"/>
            </a:srgbClr>
          </a:solidFill>
          <a:ln w="12700">
            <a:solidFill>
              <a:srgbClr val="FFE083">
                <a:alpha val="0"/>
              </a:srgbClr>
            </a:solidFill>
            <a:prstDash val="solid"/>
          </a:ln>
        </p:spPr>
      </p:sp>
      <p:sp>
        <p:nvSpPr>
          <p:cNvPr id="47" name="Shape 45"/>
          <p:cNvSpPr/>
          <p:nvPr/>
        </p:nvSpPr>
        <p:spPr>
          <a:xfrm>
            <a:off x="8823960" y="1325880"/>
            <a:ext cx="621792" cy="621792"/>
          </a:xfrm>
          <a:prstGeom prst="ellipse">
            <a:avLst/>
          </a:prstGeom>
          <a:solidFill>
            <a:srgbClr val="2A1D36"/>
          </a:solidFill>
          <a:ln w="12700">
            <a:solidFill>
              <a:srgbClr val="2A1D36">
                <a:alpha val="0"/>
              </a:srgbClr>
            </a:solidFill>
            <a:prstDash val="solid"/>
          </a:ln>
        </p:spPr>
      </p:sp>
      <p:sp>
        <p:nvSpPr>
          <p:cNvPr id="48" name="Shape 46"/>
          <p:cNvSpPr/>
          <p:nvPr/>
        </p:nvSpPr>
        <p:spPr>
          <a:xfrm rot="1080000">
            <a:off x="8577072" y="1115568"/>
            <a:ext cx="1005840" cy="731520"/>
          </a:xfrm>
          <a:prstGeom prst="arc">
            <a:avLst/>
          </a:prstGeom>
          <a:solidFill>
            <a:srgbClr val="191121">
              <a:alpha val="0"/>
            </a:srgbClr>
          </a:solidFill>
          <a:ln w="76200">
            <a:solidFill>
              <a:srgbClr val="191121"/>
            </a:solidFill>
            <a:prstDash val="solid"/>
          </a:ln>
        </p:spPr>
      </p:sp>
      <p:sp>
        <p:nvSpPr>
          <p:cNvPr id="49" name="Shape 47"/>
          <p:cNvSpPr/>
          <p:nvPr/>
        </p:nvSpPr>
        <p:spPr>
          <a:xfrm rot="5400000">
            <a:off x="8549640" y="1993392"/>
            <a:ext cx="1325880" cy="1417320"/>
          </a:xfrm>
          <a:prstGeom prst="chevron">
            <a:avLst/>
          </a:prstGeom>
          <a:solidFill>
            <a:srgbClr val="24214C"/>
          </a:solidFill>
          <a:ln w="12700">
            <a:solidFill>
              <a:srgbClr val="24214C">
                <a:alpha val="0"/>
              </a:srgbClr>
            </a:solidFill>
            <a:prstDash val="solid"/>
          </a:ln>
        </p:spPr>
      </p:sp>
      <p:sp>
        <p:nvSpPr>
          <p:cNvPr id="50" name="Shape 48"/>
          <p:cNvSpPr/>
          <p:nvPr/>
        </p:nvSpPr>
        <p:spPr>
          <a:xfrm>
            <a:off x="9646920" y="2926080"/>
            <a:ext cx="1417320" cy="822960"/>
          </a:xfrm>
          <a:prstGeom prst="rect">
            <a:avLst/>
          </a:prstGeom>
          <a:solidFill>
            <a:srgbClr val="EFEAF7"/>
          </a:solidFill>
          <a:ln w="12700">
            <a:solidFill>
              <a:srgbClr val="D3C4E8"/>
            </a:solidFill>
            <a:prstDash val="solid"/>
          </a:ln>
        </p:spPr>
      </p:sp>
      <p:sp>
        <p:nvSpPr>
          <p:cNvPr id="51" name="Shape 49"/>
          <p:cNvSpPr/>
          <p:nvPr/>
        </p:nvSpPr>
        <p:spPr>
          <a:xfrm>
            <a:off x="9464040" y="3767328"/>
            <a:ext cx="1965960" cy="146304"/>
          </a:xfrm>
          <a:prstGeom prst="rect">
            <a:avLst/>
          </a:prstGeom>
          <a:solidFill>
            <a:srgbClr val="BFC0D6"/>
          </a:solidFill>
          <a:ln w="12700">
            <a:solidFill>
              <a:srgbClr val="BFC0D6">
                <a:alpha val="0"/>
              </a:srgbClr>
            </a:solidFill>
            <a:prstDash val="solid"/>
          </a:ln>
        </p:spPr>
      </p:sp>
      <p:sp>
        <p:nvSpPr>
          <p:cNvPr id="52" name="Text 50"/>
          <p:cNvSpPr/>
          <p:nvPr/>
        </p:nvSpPr>
        <p:spPr>
          <a:xfrm>
            <a:off x="8229600" y="868680"/>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3" name="Text 51"/>
          <p:cNvSpPr/>
          <p:nvPr/>
        </p:nvSpPr>
        <p:spPr>
          <a:xfrm rot="420000">
            <a:off x="8567928" y="1353312"/>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4" name="Text 52"/>
          <p:cNvSpPr/>
          <p:nvPr/>
        </p:nvSpPr>
        <p:spPr>
          <a:xfrm rot="840000">
            <a:off x="8906256" y="1837944"/>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5" name="Text 53"/>
          <p:cNvSpPr/>
          <p:nvPr/>
        </p:nvSpPr>
        <p:spPr>
          <a:xfrm rot="1260000">
            <a:off x="9244584" y="2322576"/>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6" name="Text 54"/>
          <p:cNvSpPr/>
          <p:nvPr/>
        </p:nvSpPr>
        <p:spPr>
          <a:xfrm rot="1680000">
            <a:off x="9582912" y="2807208"/>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7" name="Text 55"/>
          <p:cNvSpPr/>
          <p:nvPr/>
        </p:nvSpPr>
        <p:spPr>
          <a:xfrm rot="2100000">
            <a:off x="9921240" y="3291840"/>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8" name="Text 56"/>
          <p:cNvSpPr/>
          <p:nvPr/>
        </p:nvSpPr>
        <p:spPr>
          <a:xfrm rot="2520000">
            <a:off x="10259568" y="3776472"/>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9" name="Text 57"/>
          <p:cNvSpPr/>
          <p:nvPr/>
        </p:nvSpPr>
        <p:spPr>
          <a:xfrm rot="2940000">
            <a:off x="10597896" y="4261104"/>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60" name="Text 58"/>
          <p:cNvSpPr/>
          <p:nvPr/>
        </p:nvSpPr>
        <p:spPr>
          <a:xfrm rot="3360000">
            <a:off x="10936224" y="1179576"/>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61" name="Text 59"/>
          <p:cNvSpPr/>
          <p:nvPr/>
        </p:nvSpPr>
        <p:spPr>
          <a:xfrm rot="3780000">
            <a:off x="11274552" y="1664208"/>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62" name="Text 60"/>
          <p:cNvSpPr/>
          <p:nvPr/>
        </p:nvSpPr>
        <p:spPr>
          <a:xfrm rot="4200000">
            <a:off x="8412480" y="2148840"/>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63" name="Text 61"/>
          <p:cNvSpPr/>
          <p:nvPr/>
        </p:nvSpPr>
        <p:spPr>
          <a:xfrm rot="4620000">
            <a:off x="8750808" y="2633472"/>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64" name="Text 62"/>
          <p:cNvSpPr/>
          <p:nvPr/>
        </p:nvSpPr>
        <p:spPr>
          <a:xfrm rot="5040000">
            <a:off x="9089136" y="3118104"/>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65" name="Text 63"/>
          <p:cNvSpPr/>
          <p:nvPr/>
        </p:nvSpPr>
        <p:spPr>
          <a:xfrm rot="5460000">
            <a:off x="9427464" y="3602736"/>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66" name="Text 64"/>
          <p:cNvSpPr/>
          <p:nvPr/>
        </p:nvSpPr>
        <p:spPr>
          <a:xfrm>
            <a:off x="530352" y="6473952"/>
            <a:ext cx="4023360" cy="164592"/>
          </a:xfrm>
          <a:prstGeom prst="rect">
            <a:avLst/>
          </a:prstGeom>
          <a:noFill/>
          <a:ln/>
        </p:spPr>
        <p:txBody>
          <a:bodyPr wrap="square" rtlCol="0" anchor="ctr"/>
          <a:lstStyle/>
          <a:p>
            <a:pPr indent="0" marL="0">
              <a:buNone/>
            </a:pPr>
            <a:r>
              <a:rPr lang="en-US" sz="800" dirty="0">
                <a:solidFill>
                  <a:srgbClr val="FBD7FF"/>
                </a:solidFill>
                <a:latin typeface="Avenir Next" pitchFamily="34" charset="0"/>
                <a:ea typeface="Avenir Next" pitchFamily="34" charset="-122"/>
                <a:cs typeface="Avenir Next" pitchFamily="34" charset="-120"/>
              </a:rPr>
              <a:t>ELITE Plan / Agent Customization Program</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9D3F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5C1FA"/>
          </a:solidFill>
          <a:ln w="12700">
            <a:solidFill>
              <a:srgbClr val="F5C1FA"/>
            </a:solidFill>
            <a:prstDash val="solid"/>
          </a:ln>
        </p:spPr>
      </p:sp>
      <p:sp>
        <p:nvSpPr>
          <p:cNvPr id="3" name="Shape 1"/>
          <p:cNvSpPr/>
          <p:nvPr/>
        </p:nvSpPr>
        <p:spPr>
          <a:xfrm>
            <a:off x="0" y="0"/>
            <a:ext cx="12191695" cy="6858000"/>
          </a:xfrm>
          <a:prstGeom prst="rect">
            <a:avLst/>
          </a:prstGeom>
          <a:solidFill>
            <a:srgbClr val="7B18D8">
              <a:alpha val="48000"/>
            </a:srgbClr>
          </a:solidFill>
          <a:ln w="12700">
            <a:solidFill>
              <a:srgbClr val="7B18D8">
                <a:alpha val="0"/>
              </a:srgbClr>
            </a:solidFill>
            <a:prstDash val="solid"/>
          </a:ln>
        </p:spPr>
      </p:sp>
      <p:sp>
        <p:nvSpPr>
          <p:cNvPr id="4" name="Shape 2"/>
          <p:cNvSpPr/>
          <p:nvPr/>
        </p:nvSpPr>
        <p:spPr>
          <a:xfrm rot="20880000">
            <a:off x="-1463040" y="-731520"/>
            <a:ext cx="8412480" cy="4754880"/>
          </a:xfrm>
          <a:prstGeom prst="arc">
            <a:avLst/>
          </a:prstGeom>
          <a:solidFill>
            <a:srgbClr val="FFFFFF">
              <a:alpha val="0"/>
            </a:srgbClr>
          </a:solidFill>
          <a:ln w="27940">
            <a:solidFill>
              <a:srgbClr val="FFFFFF">
                <a:alpha val="46000"/>
              </a:srgbClr>
            </a:solidFill>
            <a:prstDash val="solid"/>
          </a:ln>
        </p:spPr>
      </p:sp>
      <p:sp>
        <p:nvSpPr>
          <p:cNvPr id="5" name="Shape 3"/>
          <p:cNvSpPr/>
          <p:nvPr/>
        </p:nvSpPr>
        <p:spPr>
          <a:xfrm rot="720000">
            <a:off x="2926080" y="182880"/>
            <a:ext cx="8046720" cy="4572000"/>
          </a:xfrm>
          <a:prstGeom prst="arc">
            <a:avLst/>
          </a:prstGeom>
          <a:solidFill>
            <a:srgbClr val="FFFFFF">
              <a:alpha val="0"/>
            </a:srgbClr>
          </a:solidFill>
          <a:ln w="17780">
            <a:solidFill>
              <a:srgbClr val="FFFFFF">
                <a:alpha val="32000"/>
              </a:srgbClr>
            </a:solidFill>
            <a:prstDash val="solid"/>
          </a:ln>
        </p:spPr>
      </p:sp>
      <p:sp>
        <p:nvSpPr>
          <p:cNvPr id="6" name="Shape 4"/>
          <p:cNvSpPr/>
          <p:nvPr/>
        </p:nvSpPr>
        <p:spPr>
          <a:xfrm>
            <a:off x="3017520" y="4114800"/>
            <a:ext cx="73152" cy="73152"/>
          </a:xfrm>
          <a:prstGeom prst="ellipse">
            <a:avLst/>
          </a:prstGeom>
          <a:solidFill>
            <a:srgbClr val="FFE083">
              <a:alpha val="80000"/>
            </a:srgbClr>
          </a:solidFill>
          <a:ln w="12700">
            <a:solidFill>
              <a:srgbClr val="FFE083">
                <a:alpha val="0"/>
              </a:srgbClr>
            </a:solidFill>
            <a:prstDash val="solid"/>
          </a:ln>
        </p:spPr>
      </p:sp>
      <p:sp>
        <p:nvSpPr>
          <p:cNvPr id="7" name="Shape 5"/>
          <p:cNvSpPr/>
          <p:nvPr/>
        </p:nvSpPr>
        <p:spPr>
          <a:xfrm>
            <a:off x="3776472" y="5367528"/>
            <a:ext cx="36576" cy="36576"/>
          </a:xfrm>
          <a:prstGeom prst="ellipse">
            <a:avLst/>
          </a:prstGeom>
          <a:solidFill>
            <a:srgbClr val="FFFFFF">
              <a:alpha val="68000"/>
            </a:srgbClr>
          </a:solidFill>
          <a:ln w="12700">
            <a:solidFill>
              <a:srgbClr val="FFFFFF">
                <a:alpha val="0"/>
              </a:srgbClr>
            </a:solidFill>
            <a:prstDash val="solid"/>
          </a:ln>
        </p:spPr>
      </p:sp>
      <p:sp>
        <p:nvSpPr>
          <p:cNvPr id="8" name="Shape 6"/>
          <p:cNvSpPr/>
          <p:nvPr/>
        </p:nvSpPr>
        <p:spPr>
          <a:xfrm>
            <a:off x="4535424" y="950976"/>
            <a:ext cx="36576" cy="36576"/>
          </a:xfrm>
          <a:prstGeom prst="ellipse">
            <a:avLst/>
          </a:prstGeom>
          <a:solidFill>
            <a:srgbClr val="FFFFFF">
              <a:alpha val="68000"/>
            </a:srgbClr>
          </a:solidFill>
          <a:ln w="12700">
            <a:solidFill>
              <a:srgbClr val="FFFFFF">
                <a:alpha val="0"/>
              </a:srgbClr>
            </a:solidFill>
            <a:prstDash val="solid"/>
          </a:ln>
        </p:spPr>
      </p:sp>
      <p:sp>
        <p:nvSpPr>
          <p:cNvPr id="9" name="Shape 7"/>
          <p:cNvSpPr/>
          <p:nvPr/>
        </p:nvSpPr>
        <p:spPr>
          <a:xfrm>
            <a:off x="5294376" y="2203704"/>
            <a:ext cx="36576" cy="36576"/>
          </a:xfrm>
          <a:prstGeom prst="ellipse">
            <a:avLst/>
          </a:prstGeom>
          <a:solidFill>
            <a:srgbClr val="FFE083">
              <a:alpha val="80000"/>
            </a:srgbClr>
          </a:solidFill>
          <a:ln w="12700">
            <a:solidFill>
              <a:srgbClr val="FFE083">
                <a:alpha val="0"/>
              </a:srgbClr>
            </a:solidFill>
            <a:prstDash val="solid"/>
          </a:ln>
        </p:spPr>
      </p:sp>
      <p:sp>
        <p:nvSpPr>
          <p:cNvPr id="10" name="Shape 8"/>
          <p:cNvSpPr/>
          <p:nvPr/>
        </p:nvSpPr>
        <p:spPr>
          <a:xfrm>
            <a:off x="6053328" y="3456432"/>
            <a:ext cx="73152" cy="73152"/>
          </a:xfrm>
          <a:prstGeom prst="ellipse">
            <a:avLst/>
          </a:prstGeom>
          <a:solidFill>
            <a:srgbClr val="FFFFFF">
              <a:alpha val="68000"/>
            </a:srgbClr>
          </a:solidFill>
          <a:ln w="12700">
            <a:solidFill>
              <a:srgbClr val="FFFFFF">
                <a:alpha val="0"/>
              </a:srgbClr>
            </a:solidFill>
            <a:prstDash val="solid"/>
          </a:ln>
        </p:spPr>
      </p:sp>
      <p:sp>
        <p:nvSpPr>
          <p:cNvPr id="11" name="Shape 9"/>
          <p:cNvSpPr/>
          <p:nvPr/>
        </p:nvSpPr>
        <p:spPr>
          <a:xfrm>
            <a:off x="6812280" y="4709160"/>
            <a:ext cx="36576" cy="36576"/>
          </a:xfrm>
          <a:prstGeom prst="ellipse">
            <a:avLst/>
          </a:prstGeom>
          <a:solidFill>
            <a:srgbClr val="FFFFFF">
              <a:alpha val="68000"/>
            </a:srgbClr>
          </a:solidFill>
          <a:ln w="12700">
            <a:solidFill>
              <a:srgbClr val="FFFFFF">
                <a:alpha val="0"/>
              </a:srgbClr>
            </a:solidFill>
            <a:prstDash val="solid"/>
          </a:ln>
        </p:spPr>
      </p:sp>
      <p:sp>
        <p:nvSpPr>
          <p:cNvPr id="12" name="Shape 10"/>
          <p:cNvSpPr/>
          <p:nvPr/>
        </p:nvSpPr>
        <p:spPr>
          <a:xfrm>
            <a:off x="7571232" y="292608"/>
            <a:ext cx="36576" cy="36576"/>
          </a:xfrm>
          <a:prstGeom prst="ellipse">
            <a:avLst/>
          </a:prstGeom>
          <a:solidFill>
            <a:srgbClr val="FFE083">
              <a:alpha val="80000"/>
            </a:srgbClr>
          </a:solidFill>
          <a:ln w="12700">
            <a:solidFill>
              <a:srgbClr val="FFE083">
                <a:alpha val="0"/>
              </a:srgbClr>
            </a:solidFill>
            <a:prstDash val="solid"/>
          </a:ln>
        </p:spPr>
      </p:sp>
      <p:sp>
        <p:nvSpPr>
          <p:cNvPr id="13" name="Shape 11"/>
          <p:cNvSpPr/>
          <p:nvPr/>
        </p:nvSpPr>
        <p:spPr>
          <a:xfrm>
            <a:off x="8330184" y="1545336"/>
            <a:ext cx="36576" cy="36576"/>
          </a:xfrm>
          <a:prstGeom prst="ellipse">
            <a:avLst/>
          </a:prstGeom>
          <a:solidFill>
            <a:srgbClr val="FFFFFF">
              <a:alpha val="68000"/>
            </a:srgbClr>
          </a:solidFill>
          <a:ln w="12700">
            <a:solidFill>
              <a:srgbClr val="FFFFFF">
                <a:alpha val="0"/>
              </a:srgbClr>
            </a:solidFill>
            <a:prstDash val="solid"/>
          </a:ln>
        </p:spPr>
      </p:sp>
      <p:sp>
        <p:nvSpPr>
          <p:cNvPr id="14" name="Shape 12"/>
          <p:cNvSpPr/>
          <p:nvPr/>
        </p:nvSpPr>
        <p:spPr>
          <a:xfrm>
            <a:off x="9089136" y="2798064"/>
            <a:ext cx="73152" cy="73152"/>
          </a:xfrm>
          <a:prstGeom prst="ellipse">
            <a:avLst/>
          </a:prstGeom>
          <a:solidFill>
            <a:srgbClr val="FFFFFF">
              <a:alpha val="68000"/>
            </a:srgbClr>
          </a:solidFill>
          <a:ln w="12700">
            <a:solidFill>
              <a:srgbClr val="FFFFFF">
                <a:alpha val="0"/>
              </a:srgbClr>
            </a:solidFill>
            <a:prstDash val="solid"/>
          </a:ln>
        </p:spPr>
      </p:sp>
      <p:sp>
        <p:nvSpPr>
          <p:cNvPr id="15" name="Shape 13"/>
          <p:cNvSpPr/>
          <p:nvPr/>
        </p:nvSpPr>
        <p:spPr>
          <a:xfrm>
            <a:off x="9848088" y="4050792"/>
            <a:ext cx="36576" cy="36576"/>
          </a:xfrm>
          <a:prstGeom prst="ellipse">
            <a:avLst/>
          </a:prstGeom>
          <a:solidFill>
            <a:srgbClr val="FFE083">
              <a:alpha val="80000"/>
            </a:srgbClr>
          </a:solidFill>
          <a:ln w="12700">
            <a:solidFill>
              <a:srgbClr val="FFE083">
                <a:alpha val="0"/>
              </a:srgbClr>
            </a:solidFill>
            <a:prstDash val="solid"/>
          </a:ln>
        </p:spPr>
      </p:sp>
      <p:sp>
        <p:nvSpPr>
          <p:cNvPr id="16" name="Shape 14"/>
          <p:cNvSpPr/>
          <p:nvPr/>
        </p:nvSpPr>
        <p:spPr>
          <a:xfrm>
            <a:off x="10607040" y="5303520"/>
            <a:ext cx="36576" cy="36576"/>
          </a:xfrm>
          <a:prstGeom prst="ellipse">
            <a:avLst/>
          </a:prstGeom>
          <a:solidFill>
            <a:srgbClr val="FFFFFF">
              <a:alpha val="68000"/>
            </a:srgbClr>
          </a:solidFill>
          <a:ln w="12700">
            <a:solidFill>
              <a:srgbClr val="FFFFFF">
                <a:alpha val="0"/>
              </a:srgbClr>
            </a:solidFill>
            <a:prstDash val="solid"/>
          </a:ln>
        </p:spPr>
      </p:sp>
      <p:sp>
        <p:nvSpPr>
          <p:cNvPr id="17" name="Shape 15"/>
          <p:cNvSpPr/>
          <p:nvPr/>
        </p:nvSpPr>
        <p:spPr>
          <a:xfrm>
            <a:off x="850392" y="886968"/>
            <a:ext cx="36576" cy="36576"/>
          </a:xfrm>
          <a:prstGeom prst="ellipse">
            <a:avLst/>
          </a:prstGeom>
          <a:solidFill>
            <a:srgbClr val="FFFFFF">
              <a:alpha val="68000"/>
            </a:srgbClr>
          </a:solidFill>
          <a:ln w="12700">
            <a:solidFill>
              <a:srgbClr val="FFFFFF">
                <a:alpha val="0"/>
              </a:srgbClr>
            </a:solidFill>
            <a:prstDash val="solid"/>
          </a:ln>
        </p:spPr>
      </p:sp>
      <p:sp>
        <p:nvSpPr>
          <p:cNvPr id="18" name="Shape 16"/>
          <p:cNvSpPr/>
          <p:nvPr/>
        </p:nvSpPr>
        <p:spPr>
          <a:xfrm>
            <a:off x="1609344" y="2139696"/>
            <a:ext cx="73152" cy="73152"/>
          </a:xfrm>
          <a:prstGeom prst="ellipse">
            <a:avLst/>
          </a:prstGeom>
          <a:solidFill>
            <a:srgbClr val="FFE083">
              <a:alpha val="80000"/>
            </a:srgbClr>
          </a:solidFill>
          <a:ln w="12700">
            <a:solidFill>
              <a:srgbClr val="FFE083">
                <a:alpha val="0"/>
              </a:srgbClr>
            </a:solidFill>
            <a:prstDash val="solid"/>
          </a:ln>
        </p:spPr>
      </p:sp>
      <p:sp>
        <p:nvSpPr>
          <p:cNvPr id="19" name="Shape 17"/>
          <p:cNvSpPr/>
          <p:nvPr/>
        </p:nvSpPr>
        <p:spPr>
          <a:xfrm>
            <a:off x="2368296" y="3392424"/>
            <a:ext cx="36576" cy="36576"/>
          </a:xfrm>
          <a:prstGeom prst="ellipse">
            <a:avLst/>
          </a:prstGeom>
          <a:solidFill>
            <a:srgbClr val="FFFFFF">
              <a:alpha val="68000"/>
            </a:srgbClr>
          </a:solidFill>
          <a:ln w="12700">
            <a:solidFill>
              <a:srgbClr val="FFFFFF">
                <a:alpha val="0"/>
              </a:srgbClr>
            </a:solidFill>
            <a:prstDash val="solid"/>
          </a:ln>
        </p:spPr>
      </p:sp>
      <p:sp>
        <p:nvSpPr>
          <p:cNvPr id="20" name="Shape 18"/>
          <p:cNvSpPr/>
          <p:nvPr/>
        </p:nvSpPr>
        <p:spPr>
          <a:xfrm>
            <a:off x="3127248" y="4645152"/>
            <a:ext cx="36576" cy="36576"/>
          </a:xfrm>
          <a:prstGeom prst="ellipse">
            <a:avLst/>
          </a:prstGeom>
          <a:solidFill>
            <a:srgbClr val="FFFFFF">
              <a:alpha val="68000"/>
            </a:srgbClr>
          </a:solidFill>
          <a:ln w="12700">
            <a:solidFill>
              <a:srgbClr val="FFFFFF">
                <a:alpha val="0"/>
              </a:srgbClr>
            </a:solidFill>
            <a:prstDash val="solid"/>
          </a:ln>
        </p:spPr>
      </p:sp>
      <p:sp>
        <p:nvSpPr>
          <p:cNvPr id="21" name="Shape 19"/>
          <p:cNvSpPr/>
          <p:nvPr/>
        </p:nvSpPr>
        <p:spPr>
          <a:xfrm>
            <a:off x="3886200" y="228600"/>
            <a:ext cx="36576" cy="36576"/>
          </a:xfrm>
          <a:prstGeom prst="ellipse">
            <a:avLst/>
          </a:prstGeom>
          <a:solidFill>
            <a:srgbClr val="FFE083">
              <a:alpha val="80000"/>
            </a:srgbClr>
          </a:solidFill>
          <a:ln w="12700">
            <a:solidFill>
              <a:srgbClr val="FFE083">
                <a:alpha val="0"/>
              </a:srgbClr>
            </a:solidFill>
            <a:prstDash val="solid"/>
          </a:ln>
        </p:spPr>
      </p:sp>
      <p:sp>
        <p:nvSpPr>
          <p:cNvPr id="22" name="Shape 20"/>
          <p:cNvSpPr/>
          <p:nvPr/>
        </p:nvSpPr>
        <p:spPr>
          <a:xfrm>
            <a:off x="4645152" y="1481328"/>
            <a:ext cx="73152" cy="73152"/>
          </a:xfrm>
          <a:prstGeom prst="ellipse">
            <a:avLst/>
          </a:prstGeom>
          <a:solidFill>
            <a:srgbClr val="FFFFFF">
              <a:alpha val="68000"/>
            </a:srgbClr>
          </a:solidFill>
          <a:ln w="12700">
            <a:solidFill>
              <a:srgbClr val="FFFFFF">
                <a:alpha val="0"/>
              </a:srgbClr>
            </a:solidFill>
            <a:prstDash val="solid"/>
          </a:ln>
        </p:spPr>
      </p:sp>
      <p:sp>
        <p:nvSpPr>
          <p:cNvPr id="23" name="Shape 21"/>
          <p:cNvSpPr/>
          <p:nvPr/>
        </p:nvSpPr>
        <p:spPr>
          <a:xfrm>
            <a:off x="5404104" y="2734056"/>
            <a:ext cx="36576" cy="36576"/>
          </a:xfrm>
          <a:prstGeom prst="ellipse">
            <a:avLst/>
          </a:prstGeom>
          <a:solidFill>
            <a:srgbClr val="FFFFFF">
              <a:alpha val="68000"/>
            </a:srgbClr>
          </a:solidFill>
          <a:ln w="12700">
            <a:solidFill>
              <a:srgbClr val="FFFFFF">
                <a:alpha val="0"/>
              </a:srgbClr>
            </a:solidFill>
            <a:prstDash val="solid"/>
          </a:ln>
        </p:spPr>
      </p:sp>
      <p:sp>
        <p:nvSpPr>
          <p:cNvPr id="24" name="Shape 22"/>
          <p:cNvSpPr/>
          <p:nvPr/>
        </p:nvSpPr>
        <p:spPr>
          <a:xfrm>
            <a:off x="0" y="6364224"/>
            <a:ext cx="12191695" cy="493776"/>
          </a:xfrm>
          <a:prstGeom prst="rect">
            <a:avLst/>
          </a:prstGeom>
          <a:solidFill>
            <a:srgbClr val="33004F">
              <a:alpha val="88000"/>
            </a:srgbClr>
          </a:solidFill>
          <a:ln w="12700">
            <a:solidFill>
              <a:srgbClr val="33004F">
                <a:alpha val="0"/>
              </a:srgbClr>
            </a:solidFill>
            <a:prstDash val="solid"/>
          </a:ln>
        </p:spPr>
      </p:sp>
      <p:sp>
        <p:nvSpPr>
          <p:cNvPr id="25" name="Shape 23"/>
          <p:cNvSpPr/>
          <p:nvPr/>
        </p:nvSpPr>
        <p:spPr>
          <a:xfrm>
            <a:off x="502920" y="384048"/>
            <a:ext cx="4526280" cy="530352"/>
          </a:xfrm>
          <a:prstGeom prst="rect">
            <a:avLst/>
          </a:prstGeom>
          <a:solidFill>
            <a:srgbClr val="FFFFFF">
              <a:alpha val="96000"/>
            </a:srgbClr>
          </a:solidFill>
          <a:ln w="12700">
            <a:solidFill>
              <a:srgbClr val="FFFFFF">
                <a:alpha val="0"/>
              </a:srgbClr>
            </a:solidFill>
            <a:prstDash val="solid"/>
          </a:ln>
        </p:spPr>
      </p:sp>
      <p:sp>
        <p:nvSpPr>
          <p:cNvPr id="26" name="Text 24"/>
          <p:cNvSpPr/>
          <p:nvPr/>
        </p:nvSpPr>
        <p:spPr>
          <a:xfrm>
            <a:off x="658368" y="484632"/>
            <a:ext cx="4160520" cy="256032"/>
          </a:xfrm>
          <a:prstGeom prst="rect">
            <a:avLst/>
          </a:prstGeom>
          <a:noFill/>
          <a:ln/>
        </p:spPr>
        <p:txBody>
          <a:bodyPr wrap="square" rtlCol="0" anchor="ctr">
            <a:normAutofit/>
          </a:bodyPr>
          <a:lstStyle/>
          <a:p>
            <a:pPr indent="0" marL="0">
              <a:buNone/>
            </a:pPr>
            <a:r>
              <a:rPr lang="en-US" sz="1600" b="1" dirty="0">
                <a:solidFill>
                  <a:srgbClr val="E8005A"/>
                </a:solidFill>
                <a:latin typeface="Hiragino Sans" pitchFamily="34" charset="0"/>
                <a:ea typeface="Hiragino Sans" pitchFamily="34" charset="-122"/>
                <a:cs typeface="Hiragino Sans" pitchFamily="34" charset="-120"/>
              </a:rPr>
              <a:t>ELITE プラン 特別ページ  /  11</a:t>
            </a:r>
            <a:endParaRPr lang="en-US" sz="1600" dirty="0"/>
          </a:p>
        </p:txBody>
      </p:sp>
      <p:sp>
        <p:nvSpPr>
          <p:cNvPr id="27" name="Shape 25"/>
          <p:cNvSpPr/>
          <p:nvPr/>
        </p:nvSpPr>
        <p:spPr>
          <a:xfrm>
            <a:off x="502920" y="1143000"/>
            <a:ext cx="6995160" cy="822960"/>
          </a:xfrm>
          <a:prstGeom prst="rect">
            <a:avLst/>
          </a:prstGeom>
          <a:solidFill>
            <a:srgbClr val="E8005A"/>
          </a:solidFill>
          <a:ln w="12700">
            <a:solidFill>
              <a:srgbClr val="E8005A">
                <a:alpha val="0"/>
              </a:srgbClr>
            </a:solidFill>
            <a:prstDash val="solid"/>
          </a:ln>
        </p:spPr>
      </p:sp>
      <p:sp>
        <p:nvSpPr>
          <p:cNvPr id="28" name="Shape 26"/>
          <p:cNvSpPr/>
          <p:nvPr/>
        </p:nvSpPr>
        <p:spPr>
          <a:xfrm>
            <a:off x="6903720" y="1143000"/>
            <a:ext cx="1737360" cy="822960"/>
          </a:xfrm>
          <a:prstGeom prst="rect">
            <a:avLst/>
          </a:prstGeom>
          <a:solidFill>
            <a:srgbClr val="B00083"/>
          </a:solidFill>
          <a:ln w="12700">
            <a:solidFill>
              <a:srgbClr val="B00083">
                <a:alpha val="0"/>
              </a:srgbClr>
            </a:solidFill>
            <a:prstDash val="solid"/>
          </a:ln>
        </p:spPr>
      </p:sp>
      <p:sp>
        <p:nvSpPr>
          <p:cNvPr id="29" name="Text 27"/>
          <p:cNvSpPr/>
          <p:nvPr/>
        </p:nvSpPr>
        <p:spPr>
          <a:xfrm>
            <a:off x="749808" y="1271016"/>
            <a:ext cx="7086600" cy="438912"/>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Hiragino Sans" pitchFamily="34" charset="0"/>
                <a:ea typeface="Hiragino Sans" pitchFamily="34" charset="-122"/>
                <a:cs typeface="Hiragino Sans" pitchFamily="34" charset="-120"/>
              </a:rPr>
              <a:t>単価ステップ</a:t>
            </a:r>
            <a:endParaRPr lang="en-US" sz="2900" dirty="0"/>
          </a:p>
        </p:txBody>
      </p:sp>
      <p:sp>
        <p:nvSpPr>
          <p:cNvPr id="30" name="Text 28"/>
          <p:cNvSpPr/>
          <p:nvPr/>
        </p:nvSpPr>
        <p:spPr>
          <a:xfrm>
            <a:off x="566928" y="2249424"/>
            <a:ext cx="4297680" cy="310896"/>
          </a:xfrm>
          <a:prstGeom prst="rect">
            <a:avLst/>
          </a:prstGeom>
          <a:noFill/>
          <a:ln/>
        </p:spPr>
        <p:txBody>
          <a:bodyPr wrap="square" rtlCol="0" anchor="ctr">
            <a:normAutofit/>
          </a:bodyPr>
          <a:lstStyle/>
          <a:p>
            <a:pPr indent="0" marL="0">
              <a:buNone/>
            </a:pPr>
            <a:r>
              <a:rPr lang="en-US" sz="1400" b="1" dirty="0">
                <a:solidFill>
                  <a:srgbClr val="E8005A"/>
                </a:solidFill>
                <a:latin typeface="Hiragino Sans" pitchFamily="34" charset="0"/>
                <a:ea typeface="Hiragino Sans" pitchFamily="34" charset="-122"/>
                <a:cs typeface="Hiragino Sans" pitchFamily="34" charset="-120"/>
              </a:rPr>
              <a:t>一段ずつ、現実的に上げる</a:t>
            </a:r>
            <a:endParaRPr lang="en-US" sz="1400" dirty="0"/>
          </a:p>
        </p:txBody>
      </p:sp>
      <p:sp>
        <p:nvSpPr>
          <p:cNvPr id="31" name="Text 29"/>
          <p:cNvSpPr/>
          <p:nvPr/>
        </p:nvSpPr>
        <p:spPr>
          <a:xfrm>
            <a:off x="566928" y="2596896"/>
            <a:ext cx="6217920" cy="987552"/>
          </a:xfrm>
          <a:prstGeom prst="rect">
            <a:avLst/>
          </a:prstGeom>
          <a:noFill/>
          <a:ln/>
        </p:spPr>
        <p:txBody>
          <a:bodyPr wrap="square" rtlCol="0" anchor="ctr">
            <a:normAutofit/>
          </a:bodyPr>
          <a:lstStyle/>
          <a:p>
            <a:pPr indent="0" marL="0">
              <a:buNone/>
            </a:pPr>
            <a:r>
              <a:rPr lang="en-US" sz="2500" b="1" dirty="0">
                <a:solidFill>
                  <a:srgbClr val="2B1B3A"/>
                </a:solidFill>
                <a:latin typeface="Hiragino Sans" pitchFamily="34" charset="0"/>
                <a:ea typeface="Hiragino Sans" pitchFamily="34" charset="-122"/>
                <a:cs typeface="Hiragino Sans" pitchFamily="34" charset="-120"/>
              </a:rPr>
              <a:t>無料モニターから月100万円コンサルまで、階段で進む。</a:t>
            </a:r>
            <a:endParaRPr lang="en-US" sz="2500" dirty="0"/>
          </a:p>
        </p:txBody>
      </p:sp>
      <p:sp>
        <p:nvSpPr>
          <p:cNvPr id="32" name="Shape 30"/>
          <p:cNvSpPr/>
          <p:nvPr/>
        </p:nvSpPr>
        <p:spPr>
          <a:xfrm>
            <a:off x="621792" y="4828032"/>
            <a:ext cx="1078992" cy="384048"/>
          </a:xfrm>
          <a:prstGeom prst="rect">
            <a:avLst/>
          </a:prstGeom>
          <a:solidFill>
            <a:srgbClr val="FFFFFF">
              <a:alpha val="92000"/>
            </a:srgbClr>
          </a:solidFill>
          <a:ln w="12700">
            <a:solidFill>
              <a:srgbClr val="FFFFFF">
                <a:alpha val="0"/>
              </a:srgbClr>
            </a:solidFill>
            <a:prstDash val="solid"/>
          </a:ln>
        </p:spPr>
      </p:sp>
      <p:sp>
        <p:nvSpPr>
          <p:cNvPr id="33" name="Text 31"/>
          <p:cNvSpPr/>
          <p:nvPr/>
        </p:nvSpPr>
        <p:spPr>
          <a:xfrm>
            <a:off x="676656" y="4928616"/>
            <a:ext cx="969264" cy="310896"/>
          </a:xfrm>
          <a:prstGeom prst="rect">
            <a:avLst/>
          </a:prstGeom>
          <a:noFill/>
          <a:ln/>
        </p:spPr>
        <p:txBody>
          <a:bodyPr wrap="square" lIns="0" tIns="0" rIns="0" bIns="0" rtlCol="0" anchor="ctr">
            <a:normAutofit/>
          </a:bodyPr>
          <a:lstStyle/>
          <a:p>
            <a:pPr algn="ctr" indent="0" marL="0">
              <a:buNone/>
            </a:pPr>
            <a:r>
              <a:rPr lang="en-US" sz="1150" b="1" dirty="0">
                <a:solidFill>
                  <a:srgbClr val="2B1B3A"/>
                </a:solidFill>
                <a:latin typeface="Hiragino Sans" pitchFamily="34" charset="0"/>
                <a:ea typeface="Hiragino Sans" pitchFamily="34" charset="-122"/>
                <a:cs typeface="Hiragino Sans" pitchFamily="34" charset="-120"/>
              </a:rPr>
              <a:t>無料モニター</a:t>
            </a:r>
            <a:endParaRPr lang="en-US" sz="1150" dirty="0"/>
          </a:p>
        </p:txBody>
      </p:sp>
      <p:sp>
        <p:nvSpPr>
          <p:cNvPr id="34" name="Shape 32"/>
          <p:cNvSpPr/>
          <p:nvPr/>
        </p:nvSpPr>
        <p:spPr>
          <a:xfrm>
            <a:off x="1792224" y="4590288"/>
            <a:ext cx="1078992" cy="621792"/>
          </a:xfrm>
          <a:prstGeom prst="rect">
            <a:avLst/>
          </a:prstGeom>
          <a:solidFill>
            <a:srgbClr val="F3D7FF">
              <a:alpha val="92000"/>
            </a:srgbClr>
          </a:solidFill>
          <a:ln w="12700">
            <a:solidFill>
              <a:srgbClr val="FFFFFF">
                <a:alpha val="0"/>
              </a:srgbClr>
            </a:solidFill>
            <a:prstDash val="solid"/>
          </a:ln>
        </p:spPr>
      </p:sp>
      <p:sp>
        <p:nvSpPr>
          <p:cNvPr id="35" name="Text 33"/>
          <p:cNvSpPr/>
          <p:nvPr/>
        </p:nvSpPr>
        <p:spPr>
          <a:xfrm>
            <a:off x="1847088" y="4690872"/>
            <a:ext cx="969264" cy="548640"/>
          </a:xfrm>
          <a:prstGeom prst="rect">
            <a:avLst/>
          </a:prstGeom>
          <a:noFill/>
          <a:ln/>
        </p:spPr>
        <p:txBody>
          <a:bodyPr wrap="square" lIns="0" tIns="0" rIns="0" bIns="0" rtlCol="0" anchor="ctr">
            <a:normAutofit/>
          </a:bodyPr>
          <a:lstStyle/>
          <a:p>
            <a:pPr algn="ctr" indent="0" marL="0">
              <a:buNone/>
            </a:pPr>
            <a:r>
              <a:rPr lang="en-US" sz="1150" b="1" dirty="0">
                <a:solidFill>
                  <a:srgbClr val="2B1B3A"/>
                </a:solidFill>
                <a:latin typeface="Hiragino Sans" pitchFamily="34" charset="0"/>
                <a:ea typeface="Hiragino Sans" pitchFamily="34" charset="-122"/>
                <a:cs typeface="Hiragino Sans" pitchFamily="34" charset="-120"/>
              </a:rPr>
              <a:t>1,000円スポット</a:t>
            </a:r>
            <a:endParaRPr lang="en-US" sz="1150" dirty="0"/>
          </a:p>
        </p:txBody>
      </p:sp>
      <p:sp>
        <p:nvSpPr>
          <p:cNvPr id="36" name="Shape 34"/>
          <p:cNvSpPr/>
          <p:nvPr/>
        </p:nvSpPr>
        <p:spPr>
          <a:xfrm>
            <a:off x="2962656" y="4352544"/>
            <a:ext cx="1078992" cy="859536"/>
          </a:xfrm>
          <a:prstGeom prst="rect">
            <a:avLst/>
          </a:prstGeom>
          <a:solidFill>
            <a:srgbClr val="FFFFFF">
              <a:alpha val="92000"/>
            </a:srgbClr>
          </a:solidFill>
          <a:ln w="12700">
            <a:solidFill>
              <a:srgbClr val="FFFFFF">
                <a:alpha val="0"/>
              </a:srgbClr>
            </a:solidFill>
            <a:prstDash val="solid"/>
          </a:ln>
        </p:spPr>
      </p:sp>
      <p:sp>
        <p:nvSpPr>
          <p:cNvPr id="37" name="Text 35"/>
          <p:cNvSpPr/>
          <p:nvPr/>
        </p:nvSpPr>
        <p:spPr>
          <a:xfrm>
            <a:off x="3017520" y="4453128"/>
            <a:ext cx="969264" cy="566928"/>
          </a:xfrm>
          <a:prstGeom prst="rect">
            <a:avLst/>
          </a:prstGeom>
          <a:noFill/>
          <a:ln/>
        </p:spPr>
        <p:txBody>
          <a:bodyPr wrap="square" lIns="0" tIns="0" rIns="0" bIns="0" rtlCol="0" anchor="ctr">
            <a:normAutofit/>
          </a:bodyPr>
          <a:lstStyle/>
          <a:p>
            <a:pPr algn="ctr" indent="0" marL="0">
              <a:buNone/>
            </a:pPr>
            <a:r>
              <a:rPr lang="en-US" sz="1150" b="1" dirty="0">
                <a:solidFill>
                  <a:srgbClr val="2B1B3A"/>
                </a:solidFill>
                <a:latin typeface="Hiragino Sans" pitchFamily="34" charset="0"/>
                <a:ea typeface="Hiragino Sans" pitchFamily="34" charset="-122"/>
                <a:cs typeface="Hiragino Sans" pitchFamily="34" charset="-120"/>
              </a:rPr>
              <a:t>月5万円継続</a:t>
            </a:r>
            <a:endParaRPr lang="en-US" sz="1150" dirty="0"/>
          </a:p>
        </p:txBody>
      </p:sp>
      <p:sp>
        <p:nvSpPr>
          <p:cNvPr id="38" name="Shape 36"/>
          <p:cNvSpPr/>
          <p:nvPr/>
        </p:nvSpPr>
        <p:spPr>
          <a:xfrm>
            <a:off x="4133088" y="4114800"/>
            <a:ext cx="1078992" cy="1097280"/>
          </a:xfrm>
          <a:prstGeom prst="rect">
            <a:avLst/>
          </a:prstGeom>
          <a:solidFill>
            <a:srgbClr val="E8005A"/>
          </a:solidFill>
          <a:ln w="12700">
            <a:solidFill>
              <a:srgbClr val="FFFFFF">
                <a:alpha val="0"/>
              </a:srgbClr>
            </a:solidFill>
            <a:prstDash val="solid"/>
          </a:ln>
        </p:spPr>
      </p:sp>
      <p:sp>
        <p:nvSpPr>
          <p:cNvPr id="39" name="Text 37"/>
          <p:cNvSpPr/>
          <p:nvPr/>
        </p:nvSpPr>
        <p:spPr>
          <a:xfrm>
            <a:off x="4187952" y="4215384"/>
            <a:ext cx="969264" cy="566928"/>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Hiragino Sans" pitchFamily="34" charset="0"/>
                <a:ea typeface="Hiragino Sans" pitchFamily="34" charset="-122"/>
                <a:cs typeface="Hiragino Sans" pitchFamily="34" charset="-120"/>
              </a:rPr>
              <a:t>月100万円コンサル</a:t>
            </a:r>
            <a:endParaRPr lang="en-US" sz="1150" dirty="0"/>
          </a:p>
        </p:txBody>
      </p:sp>
      <p:sp>
        <p:nvSpPr>
          <p:cNvPr id="40" name="Shape 38"/>
          <p:cNvSpPr/>
          <p:nvPr/>
        </p:nvSpPr>
        <p:spPr>
          <a:xfrm>
            <a:off x="8321040" y="960120"/>
            <a:ext cx="3429000" cy="3429000"/>
          </a:xfrm>
          <a:prstGeom prst="ellipse">
            <a:avLst/>
          </a:prstGeom>
          <a:solidFill>
            <a:srgbClr val="FFE083">
              <a:alpha val="37000"/>
            </a:srgbClr>
          </a:solidFill>
          <a:ln w="12700">
            <a:solidFill>
              <a:srgbClr val="FFE083">
                <a:alpha val="0"/>
              </a:srgbClr>
            </a:solidFill>
            <a:prstDash val="solid"/>
          </a:ln>
        </p:spPr>
      </p:sp>
      <p:sp>
        <p:nvSpPr>
          <p:cNvPr id="41" name="Shape 39"/>
          <p:cNvSpPr/>
          <p:nvPr/>
        </p:nvSpPr>
        <p:spPr>
          <a:xfrm>
            <a:off x="8823960" y="1325880"/>
            <a:ext cx="621792" cy="621792"/>
          </a:xfrm>
          <a:prstGeom prst="ellipse">
            <a:avLst/>
          </a:prstGeom>
          <a:solidFill>
            <a:srgbClr val="2A1D36"/>
          </a:solidFill>
          <a:ln w="12700">
            <a:solidFill>
              <a:srgbClr val="2A1D36">
                <a:alpha val="0"/>
              </a:srgbClr>
            </a:solidFill>
            <a:prstDash val="solid"/>
          </a:ln>
        </p:spPr>
      </p:sp>
      <p:sp>
        <p:nvSpPr>
          <p:cNvPr id="42" name="Shape 40"/>
          <p:cNvSpPr/>
          <p:nvPr/>
        </p:nvSpPr>
        <p:spPr>
          <a:xfrm rot="1080000">
            <a:off x="8577072" y="1115568"/>
            <a:ext cx="1005840" cy="731520"/>
          </a:xfrm>
          <a:prstGeom prst="arc">
            <a:avLst/>
          </a:prstGeom>
          <a:solidFill>
            <a:srgbClr val="191121">
              <a:alpha val="0"/>
            </a:srgbClr>
          </a:solidFill>
          <a:ln w="76200">
            <a:solidFill>
              <a:srgbClr val="191121"/>
            </a:solidFill>
            <a:prstDash val="solid"/>
          </a:ln>
        </p:spPr>
      </p:sp>
      <p:sp>
        <p:nvSpPr>
          <p:cNvPr id="43" name="Shape 41"/>
          <p:cNvSpPr/>
          <p:nvPr/>
        </p:nvSpPr>
        <p:spPr>
          <a:xfrm rot="5400000">
            <a:off x="8549640" y="1993392"/>
            <a:ext cx="1325880" cy="1417320"/>
          </a:xfrm>
          <a:prstGeom prst="chevron">
            <a:avLst/>
          </a:prstGeom>
          <a:solidFill>
            <a:srgbClr val="24214C"/>
          </a:solidFill>
          <a:ln w="12700">
            <a:solidFill>
              <a:srgbClr val="24214C">
                <a:alpha val="0"/>
              </a:srgbClr>
            </a:solidFill>
            <a:prstDash val="solid"/>
          </a:ln>
        </p:spPr>
      </p:sp>
      <p:sp>
        <p:nvSpPr>
          <p:cNvPr id="44" name="Shape 42"/>
          <p:cNvSpPr/>
          <p:nvPr/>
        </p:nvSpPr>
        <p:spPr>
          <a:xfrm>
            <a:off x="9646920" y="2926080"/>
            <a:ext cx="1417320" cy="822960"/>
          </a:xfrm>
          <a:prstGeom prst="rect">
            <a:avLst/>
          </a:prstGeom>
          <a:solidFill>
            <a:srgbClr val="EFEAF7"/>
          </a:solidFill>
          <a:ln w="12700">
            <a:solidFill>
              <a:srgbClr val="D3C4E8"/>
            </a:solidFill>
            <a:prstDash val="solid"/>
          </a:ln>
        </p:spPr>
      </p:sp>
      <p:sp>
        <p:nvSpPr>
          <p:cNvPr id="45" name="Shape 43"/>
          <p:cNvSpPr/>
          <p:nvPr/>
        </p:nvSpPr>
        <p:spPr>
          <a:xfrm>
            <a:off x="9464040" y="3767328"/>
            <a:ext cx="1965960" cy="146304"/>
          </a:xfrm>
          <a:prstGeom prst="rect">
            <a:avLst/>
          </a:prstGeom>
          <a:solidFill>
            <a:srgbClr val="BFC0D6"/>
          </a:solidFill>
          <a:ln w="12700">
            <a:solidFill>
              <a:srgbClr val="BFC0D6">
                <a:alpha val="0"/>
              </a:srgbClr>
            </a:solidFill>
            <a:prstDash val="solid"/>
          </a:ln>
        </p:spPr>
      </p:sp>
      <p:sp>
        <p:nvSpPr>
          <p:cNvPr id="46" name="Text 44"/>
          <p:cNvSpPr/>
          <p:nvPr/>
        </p:nvSpPr>
        <p:spPr>
          <a:xfrm>
            <a:off x="8229600" y="868680"/>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47" name="Text 45"/>
          <p:cNvSpPr/>
          <p:nvPr/>
        </p:nvSpPr>
        <p:spPr>
          <a:xfrm rot="420000">
            <a:off x="8567928" y="1353312"/>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48" name="Text 46"/>
          <p:cNvSpPr/>
          <p:nvPr/>
        </p:nvSpPr>
        <p:spPr>
          <a:xfrm rot="840000">
            <a:off x="8906256" y="1837944"/>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49" name="Text 47"/>
          <p:cNvSpPr/>
          <p:nvPr/>
        </p:nvSpPr>
        <p:spPr>
          <a:xfrm rot="1260000">
            <a:off x="9244584" y="2322576"/>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0" name="Text 48"/>
          <p:cNvSpPr/>
          <p:nvPr/>
        </p:nvSpPr>
        <p:spPr>
          <a:xfrm rot="1680000">
            <a:off x="9582912" y="2807208"/>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1" name="Text 49"/>
          <p:cNvSpPr/>
          <p:nvPr/>
        </p:nvSpPr>
        <p:spPr>
          <a:xfrm rot="2100000">
            <a:off x="9921240" y="3291840"/>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2" name="Text 50"/>
          <p:cNvSpPr/>
          <p:nvPr/>
        </p:nvSpPr>
        <p:spPr>
          <a:xfrm rot="2520000">
            <a:off x="10259568" y="3776472"/>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3" name="Text 51"/>
          <p:cNvSpPr/>
          <p:nvPr/>
        </p:nvSpPr>
        <p:spPr>
          <a:xfrm rot="2940000">
            <a:off x="10597896" y="4261104"/>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4" name="Text 52"/>
          <p:cNvSpPr/>
          <p:nvPr/>
        </p:nvSpPr>
        <p:spPr>
          <a:xfrm rot="3360000">
            <a:off x="10936224" y="1179576"/>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5" name="Text 53"/>
          <p:cNvSpPr/>
          <p:nvPr/>
        </p:nvSpPr>
        <p:spPr>
          <a:xfrm rot="3780000">
            <a:off x="11274552" y="1664208"/>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6" name="Text 54"/>
          <p:cNvSpPr/>
          <p:nvPr/>
        </p:nvSpPr>
        <p:spPr>
          <a:xfrm rot="4200000">
            <a:off x="8412480" y="2148840"/>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7" name="Text 55"/>
          <p:cNvSpPr/>
          <p:nvPr/>
        </p:nvSpPr>
        <p:spPr>
          <a:xfrm rot="4620000">
            <a:off x="8750808" y="2633472"/>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8" name="Text 56"/>
          <p:cNvSpPr/>
          <p:nvPr/>
        </p:nvSpPr>
        <p:spPr>
          <a:xfrm rot="5040000">
            <a:off x="9089136" y="3118104"/>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9" name="Text 57"/>
          <p:cNvSpPr/>
          <p:nvPr/>
        </p:nvSpPr>
        <p:spPr>
          <a:xfrm rot="5460000">
            <a:off x="9427464" y="3602736"/>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60" name="Text 58"/>
          <p:cNvSpPr/>
          <p:nvPr/>
        </p:nvSpPr>
        <p:spPr>
          <a:xfrm>
            <a:off x="530352" y="6473952"/>
            <a:ext cx="4023360" cy="164592"/>
          </a:xfrm>
          <a:prstGeom prst="rect">
            <a:avLst/>
          </a:prstGeom>
          <a:noFill/>
          <a:ln/>
        </p:spPr>
        <p:txBody>
          <a:bodyPr wrap="square" rtlCol="0" anchor="ctr"/>
          <a:lstStyle/>
          <a:p>
            <a:pPr indent="0" marL="0">
              <a:buNone/>
            </a:pPr>
            <a:r>
              <a:rPr lang="en-US" sz="800" dirty="0">
                <a:solidFill>
                  <a:srgbClr val="FBD7FF"/>
                </a:solidFill>
                <a:latin typeface="Avenir Next" pitchFamily="34" charset="0"/>
                <a:ea typeface="Avenir Next" pitchFamily="34" charset="-122"/>
                <a:cs typeface="Avenir Next" pitchFamily="34" charset="-120"/>
              </a:rPr>
              <a:t>ELITE Plan / Agent Customization Program</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9D3F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B0D8"/>
          </a:solidFill>
          <a:ln w="12700">
            <a:solidFill>
              <a:srgbClr val="F6B0D8"/>
            </a:solidFill>
            <a:prstDash val="solid"/>
          </a:ln>
        </p:spPr>
      </p:sp>
      <p:sp>
        <p:nvSpPr>
          <p:cNvPr id="3" name="Shape 1"/>
          <p:cNvSpPr/>
          <p:nvPr/>
        </p:nvSpPr>
        <p:spPr>
          <a:xfrm>
            <a:off x="0" y="0"/>
            <a:ext cx="12191695" cy="6858000"/>
          </a:xfrm>
          <a:prstGeom prst="rect">
            <a:avLst/>
          </a:prstGeom>
          <a:solidFill>
            <a:srgbClr val="7B18D8">
              <a:alpha val="48000"/>
            </a:srgbClr>
          </a:solidFill>
          <a:ln w="12700">
            <a:solidFill>
              <a:srgbClr val="7B18D8">
                <a:alpha val="0"/>
              </a:srgbClr>
            </a:solidFill>
            <a:prstDash val="solid"/>
          </a:ln>
        </p:spPr>
      </p:sp>
      <p:sp>
        <p:nvSpPr>
          <p:cNvPr id="4" name="Shape 2"/>
          <p:cNvSpPr/>
          <p:nvPr/>
        </p:nvSpPr>
        <p:spPr>
          <a:xfrm rot="20880000">
            <a:off x="-1463040" y="-731520"/>
            <a:ext cx="8412480" cy="4754880"/>
          </a:xfrm>
          <a:prstGeom prst="arc">
            <a:avLst/>
          </a:prstGeom>
          <a:solidFill>
            <a:srgbClr val="FFFFFF">
              <a:alpha val="0"/>
            </a:srgbClr>
          </a:solidFill>
          <a:ln w="27940">
            <a:solidFill>
              <a:srgbClr val="FFFFFF">
                <a:alpha val="46000"/>
              </a:srgbClr>
            </a:solidFill>
            <a:prstDash val="solid"/>
          </a:ln>
        </p:spPr>
      </p:sp>
      <p:sp>
        <p:nvSpPr>
          <p:cNvPr id="5" name="Shape 3"/>
          <p:cNvSpPr/>
          <p:nvPr/>
        </p:nvSpPr>
        <p:spPr>
          <a:xfrm rot="720000">
            <a:off x="2926080" y="182880"/>
            <a:ext cx="8046720" cy="4572000"/>
          </a:xfrm>
          <a:prstGeom prst="arc">
            <a:avLst/>
          </a:prstGeom>
          <a:solidFill>
            <a:srgbClr val="FFFFFF">
              <a:alpha val="0"/>
            </a:srgbClr>
          </a:solidFill>
          <a:ln w="17780">
            <a:solidFill>
              <a:srgbClr val="FFFFFF">
                <a:alpha val="32000"/>
              </a:srgbClr>
            </a:solidFill>
            <a:prstDash val="solid"/>
          </a:ln>
        </p:spPr>
      </p:sp>
      <p:sp>
        <p:nvSpPr>
          <p:cNvPr id="6" name="Shape 4"/>
          <p:cNvSpPr/>
          <p:nvPr/>
        </p:nvSpPr>
        <p:spPr>
          <a:xfrm>
            <a:off x="3300984" y="4507992"/>
            <a:ext cx="73152" cy="73152"/>
          </a:xfrm>
          <a:prstGeom prst="ellipse">
            <a:avLst/>
          </a:prstGeom>
          <a:solidFill>
            <a:srgbClr val="FFE083">
              <a:alpha val="80000"/>
            </a:srgbClr>
          </a:solidFill>
          <a:ln w="12700">
            <a:solidFill>
              <a:srgbClr val="FFE083">
                <a:alpha val="0"/>
              </a:srgbClr>
            </a:solidFill>
            <a:prstDash val="solid"/>
          </a:ln>
        </p:spPr>
      </p:sp>
      <p:sp>
        <p:nvSpPr>
          <p:cNvPr id="7" name="Shape 5"/>
          <p:cNvSpPr/>
          <p:nvPr/>
        </p:nvSpPr>
        <p:spPr>
          <a:xfrm>
            <a:off x="4059936" y="5760720"/>
            <a:ext cx="36576" cy="36576"/>
          </a:xfrm>
          <a:prstGeom prst="ellipse">
            <a:avLst/>
          </a:prstGeom>
          <a:solidFill>
            <a:srgbClr val="FFFFFF">
              <a:alpha val="68000"/>
            </a:srgbClr>
          </a:solidFill>
          <a:ln w="12700">
            <a:solidFill>
              <a:srgbClr val="FFFFFF">
                <a:alpha val="0"/>
              </a:srgbClr>
            </a:solidFill>
            <a:prstDash val="solid"/>
          </a:ln>
        </p:spPr>
      </p:sp>
      <p:sp>
        <p:nvSpPr>
          <p:cNvPr id="8" name="Shape 6"/>
          <p:cNvSpPr/>
          <p:nvPr/>
        </p:nvSpPr>
        <p:spPr>
          <a:xfrm>
            <a:off x="4818888" y="1344168"/>
            <a:ext cx="36576" cy="36576"/>
          </a:xfrm>
          <a:prstGeom prst="ellipse">
            <a:avLst/>
          </a:prstGeom>
          <a:solidFill>
            <a:srgbClr val="FFFFFF">
              <a:alpha val="68000"/>
            </a:srgbClr>
          </a:solidFill>
          <a:ln w="12700">
            <a:solidFill>
              <a:srgbClr val="FFFFFF">
                <a:alpha val="0"/>
              </a:srgbClr>
            </a:solidFill>
            <a:prstDash val="solid"/>
          </a:ln>
        </p:spPr>
      </p:sp>
      <p:sp>
        <p:nvSpPr>
          <p:cNvPr id="9" name="Shape 7"/>
          <p:cNvSpPr/>
          <p:nvPr/>
        </p:nvSpPr>
        <p:spPr>
          <a:xfrm>
            <a:off x="5577840" y="2596896"/>
            <a:ext cx="36576" cy="36576"/>
          </a:xfrm>
          <a:prstGeom prst="ellipse">
            <a:avLst/>
          </a:prstGeom>
          <a:solidFill>
            <a:srgbClr val="FFE083">
              <a:alpha val="80000"/>
            </a:srgbClr>
          </a:solidFill>
          <a:ln w="12700">
            <a:solidFill>
              <a:srgbClr val="FFE083">
                <a:alpha val="0"/>
              </a:srgbClr>
            </a:solidFill>
            <a:prstDash val="solid"/>
          </a:ln>
        </p:spPr>
      </p:sp>
      <p:sp>
        <p:nvSpPr>
          <p:cNvPr id="10" name="Shape 8"/>
          <p:cNvSpPr/>
          <p:nvPr/>
        </p:nvSpPr>
        <p:spPr>
          <a:xfrm>
            <a:off x="6336792" y="3849624"/>
            <a:ext cx="73152" cy="73152"/>
          </a:xfrm>
          <a:prstGeom prst="ellipse">
            <a:avLst/>
          </a:prstGeom>
          <a:solidFill>
            <a:srgbClr val="FFFFFF">
              <a:alpha val="68000"/>
            </a:srgbClr>
          </a:solidFill>
          <a:ln w="12700">
            <a:solidFill>
              <a:srgbClr val="FFFFFF">
                <a:alpha val="0"/>
              </a:srgbClr>
            </a:solidFill>
            <a:prstDash val="solid"/>
          </a:ln>
        </p:spPr>
      </p:sp>
      <p:sp>
        <p:nvSpPr>
          <p:cNvPr id="11" name="Shape 9"/>
          <p:cNvSpPr/>
          <p:nvPr/>
        </p:nvSpPr>
        <p:spPr>
          <a:xfrm>
            <a:off x="7095744" y="5102352"/>
            <a:ext cx="36576" cy="36576"/>
          </a:xfrm>
          <a:prstGeom prst="ellipse">
            <a:avLst/>
          </a:prstGeom>
          <a:solidFill>
            <a:srgbClr val="FFFFFF">
              <a:alpha val="68000"/>
            </a:srgbClr>
          </a:solidFill>
          <a:ln w="12700">
            <a:solidFill>
              <a:srgbClr val="FFFFFF">
                <a:alpha val="0"/>
              </a:srgbClr>
            </a:solidFill>
            <a:prstDash val="solid"/>
          </a:ln>
        </p:spPr>
      </p:sp>
      <p:sp>
        <p:nvSpPr>
          <p:cNvPr id="12" name="Shape 10"/>
          <p:cNvSpPr/>
          <p:nvPr/>
        </p:nvSpPr>
        <p:spPr>
          <a:xfrm>
            <a:off x="7854696" y="685800"/>
            <a:ext cx="36576" cy="36576"/>
          </a:xfrm>
          <a:prstGeom prst="ellipse">
            <a:avLst/>
          </a:prstGeom>
          <a:solidFill>
            <a:srgbClr val="FFE083">
              <a:alpha val="80000"/>
            </a:srgbClr>
          </a:solidFill>
          <a:ln w="12700">
            <a:solidFill>
              <a:srgbClr val="FFE083">
                <a:alpha val="0"/>
              </a:srgbClr>
            </a:solidFill>
            <a:prstDash val="solid"/>
          </a:ln>
        </p:spPr>
      </p:sp>
      <p:sp>
        <p:nvSpPr>
          <p:cNvPr id="13" name="Shape 11"/>
          <p:cNvSpPr/>
          <p:nvPr/>
        </p:nvSpPr>
        <p:spPr>
          <a:xfrm>
            <a:off x="8613648" y="1938528"/>
            <a:ext cx="36576" cy="36576"/>
          </a:xfrm>
          <a:prstGeom prst="ellipse">
            <a:avLst/>
          </a:prstGeom>
          <a:solidFill>
            <a:srgbClr val="FFFFFF">
              <a:alpha val="68000"/>
            </a:srgbClr>
          </a:solidFill>
          <a:ln w="12700">
            <a:solidFill>
              <a:srgbClr val="FFFFFF">
                <a:alpha val="0"/>
              </a:srgbClr>
            </a:solidFill>
            <a:prstDash val="solid"/>
          </a:ln>
        </p:spPr>
      </p:sp>
      <p:sp>
        <p:nvSpPr>
          <p:cNvPr id="14" name="Shape 12"/>
          <p:cNvSpPr/>
          <p:nvPr/>
        </p:nvSpPr>
        <p:spPr>
          <a:xfrm>
            <a:off x="9372600" y="3191256"/>
            <a:ext cx="73152" cy="73152"/>
          </a:xfrm>
          <a:prstGeom prst="ellipse">
            <a:avLst/>
          </a:prstGeom>
          <a:solidFill>
            <a:srgbClr val="FFFFFF">
              <a:alpha val="68000"/>
            </a:srgbClr>
          </a:solidFill>
          <a:ln w="12700">
            <a:solidFill>
              <a:srgbClr val="FFFFFF">
                <a:alpha val="0"/>
              </a:srgbClr>
            </a:solidFill>
            <a:prstDash val="solid"/>
          </a:ln>
        </p:spPr>
      </p:sp>
      <p:sp>
        <p:nvSpPr>
          <p:cNvPr id="15" name="Shape 13"/>
          <p:cNvSpPr/>
          <p:nvPr/>
        </p:nvSpPr>
        <p:spPr>
          <a:xfrm>
            <a:off x="10131552" y="4443984"/>
            <a:ext cx="36576" cy="36576"/>
          </a:xfrm>
          <a:prstGeom prst="ellipse">
            <a:avLst/>
          </a:prstGeom>
          <a:solidFill>
            <a:srgbClr val="FFE083">
              <a:alpha val="80000"/>
            </a:srgbClr>
          </a:solidFill>
          <a:ln w="12700">
            <a:solidFill>
              <a:srgbClr val="FFE083">
                <a:alpha val="0"/>
              </a:srgbClr>
            </a:solidFill>
            <a:prstDash val="solid"/>
          </a:ln>
        </p:spPr>
      </p:sp>
      <p:sp>
        <p:nvSpPr>
          <p:cNvPr id="16" name="Shape 14"/>
          <p:cNvSpPr/>
          <p:nvPr/>
        </p:nvSpPr>
        <p:spPr>
          <a:xfrm>
            <a:off x="374904" y="5696712"/>
            <a:ext cx="36576" cy="36576"/>
          </a:xfrm>
          <a:prstGeom prst="ellipse">
            <a:avLst/>
          </a:prstGeom>
          <a:solidFill>
            <a:srgbClr val="FFFFFF">
              <a:alpha val="68000"/>
            </a:srgbClr>
          </a:solidFill>
          <a:ln w="12700">
            <a:solidFill>
              <a:srgbClr val="FFFFFF">
                <a:alpha val="0"/>
              </a:srgbClr>
            </a:solidFill>
            <a:prstDash val="solid"/>
          </a:ln>
        </p:spPr>
      </p:sp>
      <p:sp>
        <p:nvSpPr>
          <p:cNvPr id="17" name="Shape 15"/>
          <p:cNvSpPr/>
          <p:nvPr/>
        </p:nvSpPr>
        <p:spPr>
          <a:xfrm>
            <a:off x="1133856" y="1280160"/>
            <a:ext cx="36576" cy="36576"/>
          </a:xfrm>
          <a:prstGeom prst="ellipse">
            <a:avLst/>
          </a:prstGeom>
          <a:solidFill>
            <a:srgbClr val="FFFFFF">
              <a:alpha val="68000"/>
            </a:srgbClr>
          </a:solidFill>
          <a:ln w="12700">
            <a:solidFill>
              <a:srgbClr val="FFFFFF">
                <a:alpha val="0"/>
              </a:srgbClr>
            </a:solidFill>
            <a:prstDash val="solid"/>
          </a:ln>
        </p:spPr>
      </p:sp>
      <p:sp>
        <p:nvSpPr>
          <p:cNvPr id="18" name="Shape 16"/>
          <p:cNvSpPr/>
          <p:nvPr/>
        </p:nvSpPr>
        <p:spPr>
          <a:xfrm>
            <a:off x="1892808" y="2532888"/>
            <a:ext cx="73152" cy="73152"/>
          </a:xfrm>
          <a:prstGeom prst="ellipse">
            <a:avLst/>
          </a:prstGeom>
          <a:solidFill>
            <a:srgbClr val="FFE083">
              <a:alpha val="80000"/>
            </a:srgbClr>
          </a:solidFill>
          <a:ln w="12700">
            <a:solidFill>
              <a:srgbClr val="FFE083">
                <a:alpha val="0"/>
              </a:srgbClr>
            </a:solidFill>
            <a:prstDash val="solid"/>
          </a:ln>
        </p:spPr>
      </p:sp>
      <p:sp>
        <p:nvSpPr>
          <p:cNvPr id="19" name="Shape 17"/>
          <p:cNvSpPr/>
          <p:nvPr/>
        </p:nvSpPr>
        <p:spPr>
          <a:xfrm>
            <a:off x="2651760" y="3785616"/>
            <a:ext cx="36576" cy="36576"/>
          </a:xfrm>
          <a:prstGeom prst="ellipse">
            <a:avLst/>
          </a:prstGeom>
          <a:solidFill>
            <a:srgbClr val="FFFFFF">
              <a:alpha val="68000"/>
            </a:srgbClr>
          </a:solidFill>
          <a:ln w="12700">
            <a:solidFill>
              <a:srgbClr val="FFFFFF">
                <a:alpha val="0"/>
              </a:srgbClr>
            </a:solidFill>
            <a:prstDash val="solid"/>
          </a:ln>
        </p:spPr>
      </p:sp>
      <p:sp>
        <p:nvSpPr>
          <p:cNvPr id="20" name="Shape 18"/>
          <p:cNvSpPr/>
          <p:nvPr/>
        </p:nvSpPr>
        <p:spPr>
          <a:xfrm>
            <a:off x="3410712" y="5038344"/>
            <a:ext cx="36576" cy="36576"/>
          </a:xfrm>
          <a:prstGeom prst="ellipse">
            <a:avLst/>
          </a:prstGeom>
          <a:solidFill>
            <a:srgbClr val="FFFFFF">
              <a:alpha val="68000"/>
            </a:srgbClr>
          </a:solidFill>
          <a:ln w="12700">
            <a:solidFill>
              <a:srgbClr val="FFFFFF">
                <a:alpha val="0"/>
              </a:srgbClr>
            </a:solidFill>
            <a:prstDash val="solid"/>
          </a:ln>
        </p:spPr>
      </p:sp>
      <p:sp>
        <p:nvSpPr>
          <p:cNvPr id="21" name="Shape 19"/>
          <p:cNvSpPr/>
          <p:nvPr/>
        </p:nvSpPr>
        <p:spPr>
          <a:xfrm>
            <a:off x="4169664" y="621792"/>
            <a:ext cx="36576" cy="36576"/>
          </a:xfrm>
          <a:prstGeom prst="ellipse">
            <a:avLst/>
          </a:prstGeom>
          <a:solidFill>
            <a:srgbClr val="FFE083">
              <a:alpha val="80000"/>
            </a:srgbClr>
          </a:solidFill>
          <a:ln w="12700">
            <a:solidFill>
              <a:srgbClr val="FFE083">
                <a:alpha val="0"/>
              </a:srgbClr>
            </a:solidFill>
            <a:prstDash val="solid"/>
          </a:ln>
        </p:spPr>
      </p:sp>
      <p:sp>
        <p:nvSpPr>
          <p:cNvPr id="22" name="Shape 20"/>
          <p:cNvSpPr/>
          <p:nvPr/>
        </p:nvSpPr>
        <p:spPr>
          <a:xfrm>
            <a:off x="4928616" y="1874520"/>
            <a:ext cx="73152" cy="73152"/>
          </a:xfrm>
          <a:prstGeom prst="ellipse">
            <a:avLst/>
          </a:prstGeom>
          <a:solidFill>
            <a:srgbClr val="FFFFFF">
              <a:alpha val="68000"/>
            </a:srgbClr>
          </a:solidFill>
          <a:ln w="12700">
            <a:solidFill>
              <a:srgbClr val="FFFFFF">
                <a:alpha val="0"/>
              </a:srgbClr>
            </a:solidFill>
            <a:prstDash val="solid"/>
          </a:ln>
        </p:spPr>
      </p:sp>
      <p:sp>
        <p:nvSpPr>
          <p:cNvPr id="23" name="Shape 21"/>
          <p:cNvSpPr/>
          <p:nvPr/>
        </p:nvSpPr>
        <p:spPr>
          <a:xfrm>
            <a:off x="5687568" y="3127248"/>
            <a:ext cx="36576" cy="36576"/>
          </a:xfrm>
          <a:prstGeom prst="ellipse">
            <a:avLst/>
          </a:prstGeom>
          <a:solidFill>
            <a:srgbClr val="FFFFFF">
              <a:alpha val="68000"/>
            </a:srgbClr>
          </a:solidFill>
          <a:ln w="12700">
            <a:solidFill>
              <a:srgbClr val="FFFFFF">
                <a:alpha val="0"/>
              </a:srgbClr>
            </a:solidFill>
            <a:prstDash val="solid"/>
          </a:ln>
        </p:spPr>
      </p:sp>
      <p:sp>
        <p:nvSpPr>
          <p:cNvPr id="24" name="Shape 22"/>
          <p:cNvSpPr/>
          <p:nvPr/>
        </p:nvSpPr>
        <p:spPr>
          <a:xfrm>
            <a:off x="0" y="6364224"/>
            <a:ext cx="12191695" cy="493776"/>
          </a:xfrm>
          <a:prstGeom prst="rect">
            <a:avLst/>
          </a:prstGeom>
          <a:solidFill>
            <a:srgbClr val="33004F">
              <a:alpha val="88000"/>
            </a:srgbClr>
          </a:solidFill>
          <a:ln w="12700">
            <a:solidFill>
              <a:srgbClr val="33004F">
                <a:alpha val="0"/>
              </a:srgbClr>
            </a:solidFill>
            <a:prstDash val="solid"/>
          </a:ln>
        </p:spPr>
      </p:sp>
      <p:sp>
        <p:nvSpPr>
          <p:cNvPr id="25" name="Shape 23"/>
          <p:cNvSpPr/>
          <p:nvPr/>
        </p:nvSpPr>
        <p:spPr>
          <a:xfrm>
            <a:off x="502920" y="384048"/>
            <a:ext cx="4526280" cy="530352"/>
          </a:xfrm>
          <a:prstGeom prst="rect">
            <a:avLst/>
          </a:prstGeom>
          <a:solidFill>
            <a:srgbClr val="FFFFFF">
              <a:alpha val="96000"/>
            </a:srgbClr>
          </a:solidFill>
          <a:ln w="12700">
            <a:solidFill>
              <a:srgbClr val="FFFFFF">
                <a:alpha val="0"/>
              </a:srgbClr>
            </a:solidFill>
            <a:prstDash val="solid"/>
          </a:ln>
        </p:spPr>
      </p:sp>
      <p:sp>
        <p:nvSpPr>
          <p:cNvPr id="26" name="Text 24"/>
          <p:cNvSpPr/>
          <p:nvPr/>
        </p:nvSpPr>
        <p:spPr>
          <a:xfrm>
            <a:off x="658368" y="484632"/>
            <a:ext cx="4160520" cy="256032"/>
          </a:xfrm>
          <a:prstGeom prst="rect">
            <a:avLst/>
          </a:prstGeom>
          <a:noFill/>
          <a:ln/>
        </p:spPr>
        <p:txBody>
          <a:bodyPr wrap="square" rtlCol="0" anchor="ctr">
            <a:normAutofit/>
          </a:bodyPr>
          <a:lstStyle/>
          <a:p>
            <a:pPr indent="0" marL="0">
              <a:buNone/>
            </a:pPr>
            <a:r>
              <a:rPr lang="en-US" sz="1600" b="1" dirty="0">
                <a:solidFill>
                  <a:srgbClr val="E8005A"/>
                </a:solidFill>
                <a:latin typeface="Hiragino Sans" pitchFamily="34" charset="0"/>
                <a:ea typeface="Hiragino Sans" pitchFamily="34" charset="-122"/>
                <a:cs typeface="Hiragino Sans" pitchFamily="34" charset="-120"/>
              </a:rPr>
              <a:t>ELITE プラン 特別ページ  /  12</a:t>
            </a:r>
            <a:endParaRPr lang="en-US" sz="1600" dirty="0"/>
          </a:p>
        </p:txBody>
      </p:sp>
      <p:sp>
        <p:nvSpPr>
          <p:cNvPr id="27" name="Shape 25"/>
          <p:cNvSpPr/>
          <p:nvPr/>
        </p:nvSpPr>
        <p:spPr>
          <a:xfrm>
            <a:off x="502920" y="1143000"/>
            <a:ext cx="6995160" cy="822960"/>
          </a:xfrm>
          <a:prstGeom prst="rect">
            <a:avLst/>
          </a:prstGeom>
          <a:solidFill>
            <a:srgbClr val="E8005A"/>
          </a:solidFill>
          <a:ln w="12700">
            <a:solidFill>
              <a:srgbClr val="E8005A">
                <a:alpha val="0"/>
              </a:srgbClr>
            </a:solidFill>
            <a:prstDash val="solid"/>
          </a:ln>
        </p:spPr>
      </p:sp>
      <p:sp>
        <p:nvSpPr>
          <p:cNvPr id="28" name="Shape 26"/>
          <p:cNvSpPr/>
          <p:nvPr/>
        </p:nvSpPr>
        <p:spPr>
          <a:xfrm>
            <a:off x="6903720" y="1143000"/>
            <a:ext cx="1737360" cy="822960"/>
          </a:xfrm>
          <a:prstGeom prst="rect">
            <a:avLst/>
          </a:prstGeom>
          <a:solidFill>
            <a:srgbClr val="B00083"/>
          </a:solidFill>
          <a:ln w="12700">
            <a:solidFill>
              <a:srgbClr val="B00083">
                <a:alpha val="0"/>
              </a:srgbClr>
            </a:solidFill>
            <a:prstDash val="solid"/>
          </a:ln>
        </p:spPr>
      </p:sp>
      <p:sp>
        <p:nvSpPr>
          <p:cNvPr id="29" name="Text 27"/>
          <p:cNvSpPr/>
          <p:nvPr/>
        </p:nvSpPr>
        <p:spPr>
          <a:xfrm>
            <a:off x="749808" y="1271016"/>
            <a:ext cx="7086600" cy="438912"/>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Hiragino Sans" pitchFamily="34" charset="0"/>
                <a:ea typeface="Hiragino Sans" pitchFamily="34" charset="-122"/>
                <a:cs typeface="Hiragino Sans" pitchFamily="34" charset="-120"/>
              </a:rPr>
              <a:t>参加者に求める姿勢</a:t>
            </a:r>
            <a:endParaRPr lang="en-US" sz="2900" dirty="0"/>
          </a:p>
        </p:txBody>
      </p:sp>
      <p:sp>
        <p:nvSpPr>
          <p:cNvPr id="30" name="Text 28"/>
          <p:cNvSpPr/>
          <p:nvPr/>
        </p:nvSpPr>
        <p:spPr>
          <a:xfrm>
            <a:off x="566928" y="2249424"/>
            <a:ext cx="4297680" cy="310896"/>
          </a:xfrm>
          <a:prstGeom prst="rect">
            <a:avLst/>
          </a:prstGeom>
          <a:noFill/>
          <a:ln/>
        </p:spPr>
        <p:txBody>
          <a:bodyPr wrap="square" rtlCol="0" anchor="ctr">
            <a:normAutofit/>
          </a:bodyPr>
          <a:lstStyle/>
          <a:p>
            <a:pPr indent="0" marL="0">
              <a:buNone/>
            </a:pPr>
            <a:r>
              <a:rPr lang="en-US" sz="1400" b="1" dirty="0">
                <a:solidFill>
                  <a:srgbClr val="E8005A"/>
                </a:solidFill>
                <a:latin typeface="Hiragino Sans" pitchFamily="34" charset="0"/>
                <a:ea typeface="Hiragino Sans" pitchFamily="34" charset="-122"/>
                <a:cs typeface="Hiragino Sans" pitchFamily="34" charset="-120"/>
              </a:rPr>
              <a:t>配布物を“自分の武器”に変える</a:t>
            </a:r>
            <a:endParaRPr lang="en-US" sz="1400" dirty="0"/>
          </a:p>
        </p:txBody>
      </p:sp>
      <p:sp>
        <p:nvSpPr>
          <p:cNvPr id="31" name="Text 29"/>
          <p:cNvSpPr/>
          <p:nvPr/>
        </p:nvSpPr>
        <p:spPr>
          <a:xfrm>
            <a:off x="566928" y="2596896"/>
            <a:ext cx="6217920" cy="987552"/>
          </a:xfrm>
          <a:prstGeom prst="rect">
            <a:avLst/>
          </a:prstGeom>
          <a:noFill/>
          <a:ln/>
        </p:spPr>
        <p:txBody>
          <a:bodyPr wrap="square" rtlCol="0" anchor="ctr">
            <a:normAutofit/>
          </a:bodyPr>
          <a:lstStyle/>
          <a:p>
            <a:pPr indent="0" marL="0">
              <a:buNone/>
            </a:pPr>
            <a:r>
              <a:rPr lang="en-US" sz="2500" b="1" dirty="0">
                <a:solidFill>
                  <a:srgbClr val="2B1B3A"/>
                </a:solidFill>
                <a:latin typeface="Hiragino Sans" pitchFamily="34" charset="0"/>
                <a:ea typeface="Hiragino Sans" pitchFamily="34" charset="-122"/>
                <a:cs typeface="Hiragino Sans" pitchFamily="34" charset="-120"/>
              </a:rPr>
              <a:t>分解する・試す・質問する・改善する。</a:t>
            </a:r>
            <a:endParaRPr lang="en-US" sz="2500" dirty="0"/>
          </a:p>
        </p:txBody>
      </p:sp>
      <p:sp>
        <p:nvSpPr>
          <p:cNvPr id="32" name="Shape 30"/>
          <p:cNvSpPr/>
          <p:nvPr/>
        </p:nvSpPr>
        <p:spPr>
          <a:xfrm>
            <a:off x="658368" y="3657600"/>
            <a:ext cx="2286000" cy="658368"/>
          </a:xfrm>
          <a:prstGeom prst="roundRect">
            <a:avLst>
              <a:gd name="adj" fmla="val 11111"/>
            </a:avLst>
          </a:prstGeom>
          <a:solidFill>
            <a:srgbClr val="FFFFFF"/>
          </a:solidFill>
          <a:ln w="12700">
            <a:solidFill>
              <a:srgbClr val="FFFFFF">
                <a:alpha val="0"/>
              </a:srgbClr>
            </a:solidFill>
            <a:prstDash val="solid"/>
          </a:ln>
        </p:spPr>
      </p:sp>
      <p:sp>
        <p:nvSpPr>
          <p:cNvPr id="33" name="Text 31"/>
          <p:cNvSpPr/>
          <p:nvPr/>
        </p:nvSpPr>
        <p:spPr>
          <a:xfrm>
            <a:off x="804672" y="3840480"/>
            <a:ext cx="1993392" cy="219456"/>
          </a:xfrm>
          <a:prstGeom prst="rect">
            <a:avLst/>
          </a:prstGeom>
          <a:noFill/>
          <a:ln/>
        </p:spPr>
        <p:txBody>
          <a:bodyPr wrap="square" lIns="0" tIns="0" rIns="0" bIns="0" rtlCol="0" anchor="ctr">
            <a:normAutofit/>
          </a:bodyPr>
          <a:lstStyle/>
          <a:p>
            <a:pPr algn="ctr" indent="0" marL="0">
              <a:buNone/>
            </a:pPr>
            <a:r>
              <a:rPr lang="en-US" sz="1400" b="1" dirty="0">
                <a:solidFill>
                  <a:srgbClr val="E8005A"/>
                </a:solidFill>
                <a:latin typeface="Hiragino Sans" pitchFamily="34" charset="0"/>
                <a:ea typeface="Hiragino Sans" pitchFamily="34" charset="-122"/>
                <a:cs typeface="Hiragino Sans" pitchFamily="34" charset="-120"/>
              </a:rPr>
              <a:t>分解する</a:t>
            </a:r>
            <a:endParaRPr lang="en-US" sz="1400" dirty="0"/>
          </a:p>
        </p:txBody>
      </p:sp>
      <p:sp>
        <p:nvSpPr>
          <p:cNvPr id="34" name="Shape 32"/>
          <p:cNvSpPr/>
          <p:nvPr/>
        </p:nvSpPr>
        <p:spPr>
          <a:xfrm>
            <a:off x="3246120" y="3657600"/>
            <a:ext cx="2286000" cy="658368"/>
          </a:xfrm>
          <a:prstGeom prst="roundRect">
            <a:avLst>
              <a:gd name="adj" fmla="val 11111"/>
            </a:avLst>
          </a:prstGeom>
          <a:solidFill>
            <a:srgbClr val="FFE6F3"/>
          </a:solidFill>
          <a:ln w="12700">
            <a:solidFill>
              <a:srgbClr val="FFE6F3">
                <a:alpha val="0"/>
              </a:srgbClr>
            </a:solidFill>
            <a:prstDash val="solid"/>
          </a:ln>
        </p:spPr>
      </p:sp>
      <p:sp>
        <p:nvSpPr>
          <p:cNvPr id="35" name="Text 33"/>
          <p:cNvSpPr/>
          <p:nvPr/>
        </p:nvSpPr>
        <p:spPr>
          <a:xfrm>
            <a:off x="3392424" y="3840480"/>
            <a:ext cx="1993392" cy="219456"/>
          </a:xfrm>
          <a:prstGeom prst="rect">
            <a:avLst/>
          </a:prstGeom>
          <a:noFill/>
          <a:ln/>
        </p:spPr>
        <p:txBody>
          <a:bodyPr wrap="square" lIns="0" tIns="0" rIns="0" bIns="0" rtlCol="0" anchor="ctr">
            <a:normAutofit/>
          </a:bodyPr>
          <a:lstStyle/>
          <a:p>
            <a:pPr algn="ctr" indent="0" marL="0">
              <a:buNone/>
            </a:pPr>
            <a:r>
              <a:rPr lang="en-US" sz="1400" b="1" dirty="0">
                <a:solidFill>
                  <a:srgbClr val="2B1B3A"/>
                </a:solidFill>
                <a:latin typeface="Hiragino Sans" pitchFamily="34" charset="0"/>
                <a:ea typeface="Hiragino Sans" pitchFamily="34" charset="-122"/>
                <a:cs typeface="Hiragino Sans" pitchFamily="34" charset="-120"/>
              </a:rPr>
              <a:t>試す</a:t>
            </a:r>
            <a:endParaRPr lang="en-US" sz="1400" dirty="0"/>
          </a:p>
        </p:txBody>
      </p:sp>
      <p:sp>
        <p:nvSpPr>
          <p:cNvPr id="36" name="Shape 34"/>
          <p:cNvSpPr/>
          <p:nvPr/>
        </p:nvSpPr>
        <p:spPr>
          <a:xfrm>
            <a:off x="658368" y="4617720"/>
            <a:ext cx="2286000" cy="658368"/>
          </a:xfrm>
          <a:prstGeom prst="roundRect">
            <a:avLst>
              <a:gd name="adj" fmla="val 11111"/>
            </a:avLst>
          </a:prstGeom>
          <a:solidFill>
            <a:srgbClr val="FFFFFF"/>
          </a:solidFill>
          <a:ln w="12700">
            <a:solidFill>
              <a:srgbClr val="FFFFFF">
                <a:alpha val="0"/>
              </a:srgbClr>
            </a:solidFill>
            <a:prstDash val="solid"/>
          </a:ln>
        </p:spPr>
      </p:sp>
      <p:sp>
        <p:nvSpPr>
          <p:cNvPr id="37" name="Text 35"/>
          <p:cNvSpPr/>
          <p:nvPr/>
        </p:nvSpPr>
        <p:spPr>
          <a:xfrm>
            <a:off x="804672" y="4800600"/>
            <a:ext cx="1993392" cy="219456"/>
          </a:xfrm>
          <a:prstGeom prst="rect">
            <a:avLst/>
          </a:prstGeom>
          <a:noFill/>
          <a:ln/>
        </p:spPr>
        <p:txBody>
          <a:bodyPr wrap="square" lIns="0" tIns="0" rIns="0" bIns="0" rtlCol="0" anchor="ctr">
            <a:normAutofit/>
          </a:bodyPr>
          <a:lstStyle/>
          <a:p>
            <a:pPr algn="ctr" indent="0" marL="0">
              <a:buNone/>
            </a:pPr>
            <a:r>
              <a:rPr lang="en-US" sz="1400" b="1" dirty="0">
                <a:solidFill>
                  <a:srgbClr val="2B1B3A"/>
                </a:solidFill>
                <a:latin typeface="Hiragino Sans" pitchFamily="34" charset="0"/>
                <a:ea typeface="Hiragino Sans" pitchFamily="34" charset="-122"/>
                <a:cs typeface="Hiragino Sans" pitchFamily="34" charset="-120"/>
              </a:rPr>
              <a:t>質問する</a:t>
            </a:r>
            <a:endParaRPr lang="en-US" sz="1400" dirty="0"/>
          </a:p>
        </p:txBody>
      </p:sp>
      <p:sp>
        <p:nvSpPr>
          <p:cNvPr id="38" name="Shape 36"/>
          <p:cNvSpPr/>
          <p:nvPr/>
        </p:nvSpPr>
        <p:spPr>
          <a:xfrm>
            <a:off x="3246120" y="4617720"/>
            <a:ext cx="2286000" cy="658368"/>
          </a:xfrm>
          <a:prstGeom prst="roundRect">
            <a:avLst>
              <a:gd name="adj" fmla="val 11111"/>
            </a:avLst>
          </a:prstGeom>
          <a:solidFill>
            <a:srgbClr val="FFE6F3"/>
          </a:solidFill>
          <a:ln w="12700">
            <a:solidFill>
              <a:srgbClr val="FFE6F3">
                <a:alpha val="0"/>
              </a:srgbClr>
            </a:solidFill>
            <a:prstDash val="solid"/>
          </a:ln>
        </p:spPr>
      </p:sp>
      <p:sp>
        <p:nvSpPr>
          <p:cNvPr id="39" name="Text 37"/>
          <p:cNvSpPr/>
          <p:nvPr/>
        </p:nvSpPr>
        <p:spPr>
          <a:xfrm>
            <a:off x="3392424" y="4800600"/>
            <a:ext cx="1993392" cy="219456"/>
          </a:xfrm>
          <a:prstGeom prst="rect">
            <a:avLst/>
          </a:prstGeom>
          <a:noFill/>
          <a:ln/>
        </p:spPr>
        <p:txBody>
          <a:bodyPr wrap="square" lIns="0" tIns="0" rIns="0" bIns="0" rtlCol="0" anchor="ctr">
            <a:normAutofit/>
          </a:bodyPr>
          <a:lstStyle/>
          <a:p>
            <a:pPr algn="ctr" indent="0" marL="0">
              <a:buNone/>
            </a:pPr>
            <a:r>
              <a:rPr lang="en-US" sz="1400" b="1" dirty="0">
                <a:solidFill>
                  <a:srgbClr val="2B1B3A"/>
                </a:solidFill>
                <a:latin typeface="Hiragino Sans" pitchFamily="34" charset="0"/>
                <a:ea typeface="Hiragino Sans" pitchFamily="34" charset="-122"/>
                <a:cs typeface="Hiragino Sans" pitchFamily="34" charset="-120"/>
              </a:rPr>
              <a:t>改善する</a:t>
            </a:r>
            <a:endParaRPr lang="en-US" sz="1400" dirty="0"/>
          </a:p>
        </p:txBody>
      </p:sp>
      <p:sp>
        <p:nvSpPr>
          <p:cNvPr id="40" name="Shape 38"/>
          <p:cNvSpPr/>
          <p:nvPr/>
        </p:nvSpPr>
        <p:spPr>
          <a:xfrm>
            <a:off x="8321040" y="960120"/>
            <a:ext cx="3429000" cy="3429000"/>
          </a:xfrm>
          <a:prstGeom prst="ellipse">
            <a:avLst/>
          </a:prstGeom>
          <a:solidFill>
            <a:srgbClr val="FFE083">
              <a:alpha val="37000"/>
            </a:srgbClr>
          </a:solidFill>
          <a:ln w="12700">
            <a:solidFill>
              <a:srgbClr val="FFE083">
                <a:alpha val="0"/>
              </a:srgbClr>
            </a:solidFill>
            <a:prstDash val="solid"/>
          </a:ln>
        </p:spPr>
      </p:sp>
      <p:sp>
        <p:nvSpPr>
          <p:cNvPr id="41" name="Shape 39"/>
          <p:cNvSpPr/>
          <p:nvPr/>
        </p:nvSpPr>
        <p:spPr>
          <a:xfrm>
            <a:off x="8823960" y="1325880"/>
            <a:ext cx="621792" cy="621792"/>
          </a:xfrm>
          <a:prstGeom prst="ellipse">
            <a:avLst/>
          </a:prstGeom>
          <a:solidFill>
            <a:srgbClr val="2A1D36"/>
          </a:solidFill>
          <a:ln w="12700">
            <a:solidFill>
              <a:srgbClr val="2A1D36">
                <a:alpha val="0"/>
              </a:srgbClr>
            </a:solidFill>
            <a:prstDash val="solid"/>
          </a:ln>
        </p:spPr>
      </p:sp>
      <p:sp>
        <p:nvSpPr>
          <p:cNvPr id="42" name="Shape 40"/>
          <p:cNvSpPr/>
          <p:nvPr/>
        </p:nvSpPr>
        <p:spPr>
          <a:xfrm rot="1080000">
            <a:off x="8577072" y="1115568"/>
            <a:ext cx="1005840" cy="731520"/>
          </a:xfrm>
          <a:prstGeom prst="arc">
            <a:avLst/>
          </a:prstGeom>
          <a:solidFill>
            <a:srgbClr val="191121">
              <a:alpha val="0"/>
            </a:srgbClr>
          </a:solidFill>
          <a:ln w="76200">
            <a:solidFill>
              <a:srgbClr val="191121"/>
            </a:solidFill>
            <a:prstDash val="solid"/>
          </a:ln>
        </p:spPr>
      </p:sp>
      <p:sp>
        <p:nvSpPr>
          <p:cNvPr id="43" name="Shape 41"/>
          <p:cNvSpPr/>
          <p:nvPr/>
        </p:nvSpPr>
        <p:spPr>
          <a:xfrm rot="5400000">
            <a:off x="8549640" y="1993392"/>
            <a:ext cx="1325880" cy="1417320"/>
          </a:xfrm>
          <a:prstGeom prst="chevron">
            <a:avLst/>
          </a:prstGeom>
          <a:solidFill>
            <a:srgbClr val="24214C"/>
          </a:solidFill>
          <a:ln w="12700">
            <a:solidFill>
              <a:srgbClr val="24214C">
                <a:alpha val="0"/>
              </a:srgbClr>
            </a:solidFill>
            <a:prstDash val="solid"/>
          </a:ln>
        </p:spPr>
      </p:sp>
      <p:sp>
        <p:nvSpPr>
          <p:cNvPr id="44" name="Shape 42"/>
          <p:cNvSpPr/>
          <p:nvPr/>
        </p:nvSpPr>
        <p:spPr>
          <a:xfrm>
            <a:off x="9646920" y="2926080"/>
            <a:ext cx="1417320" cy="822960"/>
          </a:xfrm>
          <a:prstGeom prst="rect">
            <a:avLst/>
          </a:prstGeom>
          <a:solidFill>
            <a:srgbClr val="EFEAF7"/>
          </a:solidFill>
          <a:ln w="12700">
            <a:solidFill>
              <a:srgbClr val="D3C4E8"/>
            </a:solidFill>
            <a:prstDash val="solid"/>
          </a:ln>
        </p:spPr>
      </p:sp>
      <p:sp>
        <p:nvSpPr>
          <p:cNvPr id="45" name="Shape 43"/>
          <p:cNvSpPr/>
          <p:nvPr/>
        </p:nvSpPr>
        <p:spPr>
          <a:xfrm>
            <a:off x="9464040" y="3767328"/>
            <a:ext cx="1965960" cy="146304"/>
          </a:xfrm>
          <a:prstGeom prst="rect">
            <a:avLst/>
          </a:prstGeom>
          <a:solidFill>
            <a:srgbClr val="BFC0D6"/>
          </a:solidFill>
          <a:ln w="12700">
            <a:solidFill>
              <a:srgbClr val="BFC0D6">
                <a:alpha val="0"/>
              </a:srgbClr>
            </a:solidFill>
            <a:prstDash val="solid"/>
          </a:ln>
        </p:spPr>
      </p:sp>
      <p:sp>
        <p:nvSpPr>
          <p:cNvPr id="46" name="Text 44"/>
          <p:cNvSpPr/>
          <p:nvPr/>
        </p:nvSpPr>
        <p:spPr>
          <a:xfrm>
            <a:off x="8229600" y="868680"/>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47" name="Text 45"/>
          <p:cNvSpPr/>
          <p:nvPr/>
        </p:nvSpPr>
        <p:spPr>
          <a:xfrm rot="420000">
            <a:off x="8567928" y="1353312"/>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48" name="Text 46"/>
          <p:cNvSpPr/>
          <p:nvPr/>
        </p:nvSpPr>
        <p:spPr>
          <a:xfrm rot="840000">
            <a:off x="8906256" y="1837944"/>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49" name="Text 47"/>
          <p:cNvSpPr/>
          <p:nvPr/>
        </p:nvSpPr>
        <p:spPr>
          <a:xfrm rot="1260000">
            <a:off x="9244584" y="2322576"/>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0" name="Text 48"/>
          <p:cNvSpPr/>
          <p:nvPr/>
        </p:nvSpPr>
        <p:spPr>
          <a:xfrm rot="1680000">
            <a:off x="9582912" y="2807208"/>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1" name="Text 49"/>
          <p:cNvSpPr/>
          <p:nvPr/>
        </p:nvSpPr>
        <p:spPr>
          <a:xfrm rot="2100000">
            <a:off x="9921240" y="3291840"/>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2" name="Text 50"/>
          <p:cNvSpPr/>
          <p:nvPr/>
        </p:nvSpPr>
        <p:spPr>
          <a:xfrm rot="2520000">
            <a:off x="10259568" y="3776472"/>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3" name="Text 51"/>
          <p:cNvSpPr/>
          <p:nvPr/>
        </p:nvSpPr>
        <p:spPr>
          <a:xfrm rot="2940000">
            <a:off x="10597896" y="4261104"/>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4" name="Text 52"/>
          <p:cNvSpPr/>
          <p:nvPr/>
        </p:nvSpPr>
        <p:spPr>
          <a:xfrm rot="3360000">
            <a:off x="10936224" y="1179576"/>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5" name="Text 53"/>
          <p:cNvSpPr/>
          <p:nvPr/>
        </p:nvSpPr>
        <p:spPr>
          <a:xfrm rot="3780000">
            <a:off x="11274552" y="1664208"/>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6" name="Text 54"/>
          <p:cNvSpPr/>
          <p:nvPr/>
        </p:nvSpPr>
        <p:spPr>
          <a:xfrm rot="4200000">
            <a:off x="8412480" y="2148840"/>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7" name="Text 55"/>
          <p:cNvSpPr/>
          <p:nvPr/>
        </p:nvSpPr>
        <p:spPr>
          <a:xfrm rot="4620000">
            <a:off x="8750808" y="2633472"/>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8" name="Text 56"/>
          <p:cNvSpPr/>
          <p:nvPr/>
        </p:nvSpPr>
        <p:spPr>
          <a:xfrm rot="5040000">
            <a:off x="9089136" y="3118104"/>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9" name="Text 57"/>
          <p:cNvSpPr/>
          <p:nvPr/>
        </p:nvSpPr>
        <p:spPr>
          <a:xfrm rot="5460000">
            <a:off x="9427464" y="3602736"/>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60" name="Text 58"/>
          <p:cNvSpPr/>
          <p:nvPr/>
        </p:nvSpPr>
        <p:spPr>
          <a:xfrm>
            <a:off x="530352" y="6473952"/>
            <a:ext cx="4023360" cy="164592"/>
          </a:xfrm>
          <a:prstGeom prst="rect">
            <a:avLst/>
          </a:prstGeom>
          <a:noFill/>
          <a:ln/>
        </p:spPr>
        <p:txBody>
          <a:bodyPr wrap="square" rtlCol="0" anchor="ctr"/>
          <a:lstStyle/>
          <a:p>
            <a:pPr indent="0" marL="0">
              <a:buNone/>
            </a:pPr>
            <a:r>
              <a:rPr lang="en-US" sz="800" dirty="0">
                <a:solidFill>
                  <a:srgbClr val="FBD7FF"/>
                </a:solidFill>
                <a:latin typeface="Avenir Next" pitchFamily="34" charset="0"/>
                <a:ea typeface="Avenir Next" pitchFamily="34" charset="-122"/>
                <a:cs typeface="Avenir Next" pitchFamily="34" charset="-120"/>
              </a:rPr>
              <a:t>ELITE Plan / Agent Customization Program</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9D3F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B4E8"/>
          </a:solidFill>
          <a:ln w="12700">
            <a:solidFill>
              <a:srgbClr val="F8B4E8"/>
            </a:solidFill>
            <a:prstDash val="solid"/>
          </a:ln>
        </p:spPr>
      </p:sp>
      <p:sp>
        <p:nvSpPr>
          <p:cNvPr id="3" name="Shape 1"/>
          <p:cNvSpPr/>
          <p:nvPr/>
        </p:nvSpPr>
        <p:spPr>
          <a:xfrm>
            <a:off x="0" y="0"/>
            <a:ext cx="12191695" cy="6858000"/>
          </a:xfrm>
          <a:prstGeom prst="rect">
            <a:avLst/>
          </a:prstGeom>
          <a:solidFill>
            <a:srgbClr val="7B18D8">
              <a:alpha val="48000"/>
            </a:srgbClr>
          </a:solidFill>
          <a:ln w="12700">
            <a:solidFill>
              <a:srgbClr val="7B18D8">
                <a:alpha val="0"/>
              </a:srgbClr>
            </a:solidFill>
            <a:prstDash val="solid"/>
          </a:ln>
        </p:spPr>
      </p:sp>
      <p:sp>
        <p:nvSpPr>
          <p:cNvPr id="4" name="Shape 2"/>
          <p:cNvSpPr/>
          <p:nvPr/>
        </p:nvSpPr>
        <p:spPr>
          <a:xfrm rot="20880000">
            <a:off x="-1463040" y="-731520"/>
            <a:ext cx="8412480" cy="4754880"/>
          </a:xfrm>
          <a:prstGeom prst="arc">
            <a:avLst/>
          </a:prstGeom>
          <a:solidFill>
            <a:srgbClr val="FFFFFF">
              <a:alpha val="0"/>
            </a:srgbClr>
          </a:solidFill>
          <a:ln w="27940">
            <a:solidFill>
              <a:srgbClr val="FFFFFF">
                <a:alpha val="46000"/>
              </a:srgbClr>
            </a:solidFill>
            <a:prstDash val="solid"/>
          </a:ln>
        </p:spPr>
      </p:sp>
      <p:sp>
        <p:nvSpPr>
          <p:cNvPr id="5" name="Shape 3"/>
          <p:cNvSpPr/>
          <p:nvPr/>
        </p:nvSpPr>
        <p:spPr>
          <a:xfrm rot="720000">
            <a:off x="2926080" y="182880"/>
            <a:ext cx="8046720" cy="4572000"/>
          </a:xfrm>
          <a:prstGeom prst="arc">
            <a:avLst/>
          </a:prstGeom>
          <a:solidFill>
            <a:srgbClr val="FFFFFF">
              <a:alpha val="0"/>
            </a:srgbClr>
          </a:solidFill>
          <a:ln w="17780">
            <a:solidFill>
              <a:srgbClr val="FFFFFF">
                <a:alpha val="32000"/>
              </a:srgbClr>
            </a:solidFill>
            <a:prstDash val="solid"/>
          </a:ln>
        </p:spPr>
      </p:sp>
      <p:sp>
        <p:nvSpPr>
          <p:cNvPr id="6" name="Shape 4"/>
          <p:cNvSpPr/>
          <p:nvPr/>
        </p:nvSpPr>
        <p:spPr>
          <a:xfrm>
            <a:off x="3584448" y="4901184"/>
            <a:ext cx="73152" cy="73152"/>
          </a:xfrm>
          <a:prstGeom prst="ellipse">
            <a:avLst/>
          </a:prstGeom>
          <a:solidFill>
            <a:srgbClr val="FFE083">
              <a:alpha val="80000"/>
            </a:srgbClr>
          </a:solidFill>
          <a:ln w="12700">
            <a:solidFill>
              <a:srgbClr val="FFE083">
                <a:alpha val="0"/>
              </a:srgbClr>
            </a:solidFill>
            <a:prstDash val="solid"/>
          </a:ln>
        </p:spPr>
      </p:sp>
      <p:sp>
        <p:nvSpPr>
          <p:cNvPr id="7" name="Shape 5"/>
          <p:cNvSpPr/>
          <p:nvPr/>
        </p:nvSpPr>
        <p:spPr>
          <a:xfrm>
            <a:off x="4343400" y="484632"/>
            <a:ext cx="36576" cy="36576"/>
          </a:xfrm>
          <a:prstGeom prst="ellipse">
            <a:avLst/>
          </a:prstGeom>
          <a:solidFill>
            <a:srgbClr val="FFFFFF">
              <a:alpha val="68000"/>
            </a:srgbClr>
          </a:solidFill>
          <a:ln w="12700">
            <a:solidFill>
              <a:srgbClr val="FFFFFF">
                <a:alpha val="0"/>
              </a:srgbClr>
            </a:solidFill>
            <a:prstDash val="solid"/>
          </a:ln>
        </p:spPr>
      </p:sp>
      <p:sp>
        <p:nvSpPr>
          <p:cNvPr id="8" name="Shape 6"/>
          <p:cNvSpPr/>
          <p:nvPr/>
        </p:nvSpPr>
        <p:spPr>
          <a:xfrm>
            <a:off x="5102352" y="1737360"/>
            <a:ext cx="36576" cy="36576"/>
          </a:xfrm>
          <a:prstGeom prst="ellipse">
            <a:avLst/>
          </a:prstGeom>
          <a:solidFill>
            <a:srgbClr val="FFFFFF">
              <a:alpha val="68000"/>
            </a:srgbClr>
          </a:solidFill>
          <a:ln w="12700">
            <a:solidFill>
              <a:srgbClr val="FFFFFF">
                <a:alpha val="0"/>
              </a:srgbClr>
            </a:solidFill>
            <a:prstDash val="solid"/>
          </a:ln>
        </p:spPr>
      </p:sp>
      <p:sp>
        <p:nvSpPr>
          <p:cNvPr id="9" name="Shape 7"/>
          <p:cNvSpPr/>
          <p:nvPr/>
        </p:nvSpPr>
        <p:spPr>
          <a:xfrm>
            <a:off x="5861304" y="2990088"/>
            <a:ext cx="36576" cy="36576"/>
          </a:xfrm>
          <a:prstGeom prst="ellipse">
            <a:avLst/>
          </a:prstGeom>
          <a:solidFill>
            <a:srgbClr val="FFE083">
              <a:alpha val="80000"/>
            </a:srgbClr>
          </a:solidFill>
          <a:ln w="12700">
            <a:solidFill>
              <a:srgbClr val="FFE083">
                <a:alpha val="0"/>
              </a:srgbClr>
            </a:solidFill>
            <a:prstDash val="solid"/>
          </a:ln>
        </p:spPr>
      </p:sp>
      <p:sp>
        <p:nvSpPr>
          <p:cNvPr id="10" name="Shape 8"/>
          <p:cNvSpPr/>
          <p:nvPr/>
        </p:nvSpPr>
        <p:spPr>
          <a:xfrm>
            <a:off x="6620256" y="4242816"/>
            <a:ext cx="73152" cy="73152"/>
          </a:xfrm>
          <a:prstGeom prst="ellipse">
            <a:avLst/>
          </a:prstGeom>
          <a:solidFill>
            <a:srgbClr val="FFFFFF">
              <a:alpha val="68000"/>
            </a:srgbClr>
          </a:solidFill>
          <a:ln w="12700">
            <a:solidFill>
              <a:srgbClr val="FFFFFF">
                <a:alpha val="0"/>
              </a:srgbClr>
            </a:solidFill>
            <a:prstDash val="solid"/>
          </a:ln>
        </p:spPr>
      </p:sp>
      <p:sp>
        <p:nvSpPr>
          <p:cNvPr id="11" name="Shape 9"/>
          <p:cNvSpPr/>
          <p:nvPr/>
        </p:nvSpPr>
        <p:spPr>
          <a:xfrm>
            <a:off x="7379208" y="5495544"/>
            <a:ext cx="36576" cy="36576"/>
          </a:xfrm>
          <a:prstGeom prst="ellipse">
            <a:avLst/>
          </a:prstGeom>
          <a:solidFill>
            <a:srgbClr val="FFFFFF">
              <a:alpha val="68000"/>
            </a:srgbClr>
          </a:solidFill>
          <a:ln w="12700">
            <a:solidFill>
              <a:srgbClr val="FFFFFF">
                <a:alpha val="0"/>
              </a:srgbClr>
            </a:solidFill>
            <a:prstDash val="solid"/>
          </a:ln>
        </p:spPr>
      </p:sp>
      <p:sp>
        <p:nvSpPr>
          <p:cNvPr id="12" name="Shape 10"/>
          <p:cNvSpPr/>
          <p:nvPr/>
        </p:nvSpPr>
        <p:spPr>
          <a:xfrm>
            <a:off x="8138160" y="1078992"/>
            <a:ext cx="36576" cy="36576"/>
          </a:xfrm>
          <a:prstGeom prst="ellipse">
            <a:avLst/>
          </a:prstGeom>
          <a:solidFill>
            <a:srgbClr val="FFE083">
              <a:alpha val="80000"/>
            </a:srgbClr>
          </a:solidFill>
          <a:ln w="12700">
            <a:solidFill>
              <a:srgbClr val="FFE083">
                <a:alpha val="0"/>
              </a:srgbClr>
            </a:solidFill>
            <a:prstDash val="solid"/>
          </a:ln>
        </p:spPr>
      </p:sp>
      <p:sp>
        <p:nvSpPr>
          <p:cNvPr id="13" name="Shape 11"/>
          <p:cNvSpPr/>
          <p:nvPr/>
        </p:nvSpPr>
        <p:spPr>
          <a:xfrm>
            <a:off x="8897112" y="2331720"/>
            <a:ext cx="36576" cy="36576"/>
          </a:xfrm>
          <a:prstGeom prst="ellipse">
            <a:avLst/>
          </a:prstGeom>
          <a:solidFill>
            <a:srgbClr val="FFFFFF">
              <a:alpha val="68000"/>
            </a:srgbClr>
          </a:solidFill>
          <a:ln w="12700">
            <a:solidFill>
              <a:srgbClr val="FFFFFF">
                <a:alpha val="0"/>
              </a:srgbClr>
            </a:solidFill>
            <a:prstDash val="solid"/>
          </a:ln>
        </p:spPr>
      </p:sp>
      <p:sp>
        <p:nvSpPr>
          <p:cNvPr id="14" name="Shape 12"/>
          <p:cNvSpPr/>
          <p:nvPr/>
        </p:nvSpPr>
        <p:spPr>
          <a:xfrm>
            <a:off x="9656064" y="3584448"/>
            <a:ext cx="73152" cy="73152"/>
          </a:xfrm>
          <a:prstGeom prst="ellipse">
            <a:avLst/>
          </a:prstGeom>
          <a:solidFill>
            <a:srgbClr val="FFFFFF">
              <a:alpha val="68000"/>
            </a:srgbClr>
          </a:solidFill>
          <a:ln w="12700">
            <a:solidFill>
              <a:srgbClr val="FFFFFF">
                <a:alpha val="0"/>
              </a:srgbClr>
            </a:solidFill>
            <a:prstDash val="solid"/>
          </a:ln>
        </p:spPr>
      </p:sp>
      <p:sp>
        <p:nvSpPr>
          <p:cNvPr id="15" name="Shape 13"/>
          <p:cNvSpPr/>
          <p:nvPr/>
        </p:nvSpPr>
        <p:spPr>
          <a:xfrm>
            <a:off x="10415016" y="4837176"/>
            <a:ext cx="36576" cy="36576"/>
          </a:xfrm>
          <a:prstGeom prst="ellipse">
            <a:avLst/>
          </a:prstGeom>
          <a:solidFill>
            <a:srgbClr val="FFE083">
              <a:alpha val="80000"/>
            </a:srgbClr>
          </a:solidFill>
          <a:ln w="12700">
            <a:solidFill>
              <a:srgbClr val="FFE083">
                <a:alpha val="0"/>
              </a:srgbClr>
            </a:solidFill>
            <a:prstDash val="solid"/>
          </a:ln>
        </p:spPr>
      </p:sp>
      <p:sp>
        <p:nvSpPr>
          <p:cNvPr id="16" name="Shape 14"/>
          <p:cNvSpPr/>
          <p:nvPr/>
        </p:nvSpPr>
        <p:spPr>
          <a:xfrm>
            <a:off x="658368" y="420624"/>
            <a:ext cx="36576" cy="36576"/>
          </a:xfrm>
          <a:prstGeom prst="ellipse">
            <a:avLst/>
          </a:prstGeom>
          <a:solidFill>
            <a:srgbClr val="FFFFFF">
              <a:alpha val="68000"/>
            </a:srgbClr>
          </a:solidFill>
          <a:ln w="12700">
            <a:solidFill>
              <a:srgbClr val="FFFFFF">
                <a:alpha val="0"/>
              </a:srgbClr>
            </a:solidFill>
            <a:prstDash val="solid"/>
          </a:ln>
        </p:spPr>
      </p:sp>
      <p:sp>
        <p:nvSpPr>
          <p:cNvPr id="17" name="Shape 15"/>
          <p:cNvSpPr/>
          <p:nvPr/>
        </p:nvSpPr>
        <p:spPr>
          <a:xfrm>
            <a:off x="1417320" y="1673352"/>
            <a:ext cx="36576" cy="36576"/>
          </a:xfrm>
          <a:prstGeom prst="ellipse">
            <a:avLst/>
          </a:prstGeom>
          <a:solidFill>
            <a:srgbClr val="FFFFFF">
              <a:alpha val="68000"/>
            </a:srgbClr>
          </a:solidFill>
          <a:ln w="12700">
            <a:solidFill>
              <a:srgbClr val="FFFFFF">
                <a:alpha val="0"/>
              </a:srgbClr>
            </a:solidFill>
            <a:prstDash val="solid"/>
          </a:ln>
        </p:spPr>
      </p:sp>
      <p:sp>
        <p:nvSpPr>
          <p:cNvPr id="18" name="Shape 16"/>
          <p:cNvSpPr/>
          <p:nvPr/>
        </p:nvSpPr>
        <p:spPr>
          <a:xfrm>
            <a:off x="2176272" y="2926080"/>
            <a:ext cx="73152" cy="73152"/>
          </a:xfrm>
          <a:prstGeom prst="ellipse">
            <a:avLst/>
          </a:prstGeom>
          <a:solidFill>
            <a:srgbClr val="FFE083">
              <a:alpha val="80000"/>
            </a:srgbClr>
          </a:solidFill>
          <a:ln w="12700">
            <a:solidFill>
              <a:srgbClr val="FFE083">
                <a:alpha val="0"/>
              </a:srgbClr>
            </a:solidFill>
            <a:prstDash val="solid"/>
          </a:ln>
        </p:spPr>
      </p:sp>
      <p:sp>
        <p:nvSpPr>
          <p:cNvPr id="19" name="Shape 17"/>
          <p:cNvSpPr/>
          <p:nvPr/>
        </p:nvSpPr>
        <p:spPr>
          <a:xfrm>
            <a:off x="2935224" y="4178808"/>
            <a:ext cx="36576" cy="36576"/>
          </a:xfrm>
          <a:prstGeom prst="ellipse">
            <a:avLst/>
          </a:prstGeom>
          <a:solidFill>
            <a:srgbClr val="FFFFFF">
              <a:alpha val="68000"/>
            </a:srgbClr>
          </a:solidFill>
          <a:ln w="12700">
            <a:solidFill>
              <a:srgbClr val="FFFFFF">
                <a:alpha val="0"/>
              </a:srgbClr>
            </a:solidFill>
            <a:prstDash val="solid"/>
          </a:ln>
        </p:spPr>
      </p:sp>
      <p:sp>
        <p:nvSpPr>
          <p:cNvPr id="20" name="Shape 18"/>
          <p:cNvSpPr/>
          <p:nvPr/>
        </p:nvSpPr>
        <p:spPr>
          <a:xfrm>
            <a:off x="3694176" y="5431536"/>
            <a:ext cx="36576" cy="36576"/>
          </a:xfrm>
          <a:prstGeom prst="ellipse">
            <a:avLst/>
          </a:prstGeom>
          <a:solidFill>
            <a:srgbClr val="FFFFFF">
              <a:alpha val="68000"/>
            </a:srgbClr>
          </a:solidFill>
          <a:ln w="12700">
            <a:solidFill>
              <a:srgbClr val="FFFFFF">
                <a:alpha val="0"/>
              </a:srgbClr>
            </a:solidFill>
            <a:prstDash val="solid"/>
          </a:ln>
        </p:spPr>
      </p:sp>
      <p:sp>
        <p:nvSpPr>
          <p:cNvPr id="21" name="Shape 19"/>
          <p:cNvSpPr/>
          <p:nvPr/>
        </p:nvSpPr>
        <p:spPr>
          <a:xfrm>
            <a:off x="4453128" y="1014984"/>
            <a:ext cx="36576" cy="36576"/>
          </a:xfrm>
          <a:prstGeom prst="ellipse">
            <a:avLst/>
          </a:prstGeom>
          <a:solidFill>
            <a:srgbClr val="FFE083">
              <a:alpha val="80000"/>
            </a:srgbClr>
          </a:solidFill>
          <a:ln w="12700">
            <a:solidFill>
              <a:srgbClr val="FFE083">
                <a:alpha val="0"/>
              </a:srgbClr>
            </a:solidFill>
            <a:prstDash val="solid"/>
          </a:ln>
        </p:spPr>
      </p:sp>
      <p:sp>
        <p:nvSpPr>
          <p:cNvPr id="22" name="Shape 20"/>
          <p:cNvSpPr/>
          <p:nvPr/>
        </p:nvSpPr>
        <p:spPr>
          <a:xfrm>
            <a:off x="5212080" y="2267712"/>
            <a:ext cx="73152" cy="73152"/>
          </a:xfrm>
          <a:prstGeom prst="ellipse">
            <a:avLst/>
          </a:prstGeom>
          <a:solidFill>
            <a:srgbClr val="FFFFFF">
              <a:alpha val="68000"/>
            </a:srgbClr>
          </a:solidFill>
          <a:ln w="12700">
            <a:solidFill>
              <a:srgbClr val="FFFFFF">
                <a:alpha val="0"/>
              </a:srgbClr>
            </a:solidFill>
            <a:prstDash val="solid"/>
          </a:ln>
        </p:spPr>
      </p:sp>
      <p:sp>
        <p:nvSpPr>
          <p:cNvPr id="23" name="Shape 21"/>
          <p:cNvSpPr/>
          <p:nvPr/>
        </p:nvSpPr>
        <p:spPr>
          <a:xfrm>
            <a:off x="5971032" y="3520440"/>
            <a:ext cx="36576" cy="36576"/>
          </a:xfrm>
          <a:prstGeom prst="ellipse">
            <a:avLst/>
          </a:prstGeom>
          <a:solidFill>
            <a:srgbClr val="FFFFFF">
              <a:alpha val="68000"/>
            </a:srgbClr>
          </a:solidFill>
          <a:ln w="12700">
            <a:solidFill>
              <a:srgbClr val="FFFFFF">
                <a:alpha val="0"/>
              </a:srgbClr>
            </a:solidFill>
            <a:prstDash val="solid"/>
          </a:ln>
        </p:spPr>
      </p:sp>
      <p:sp>
        <p:nvSpPr>
          <p:cNvPr id="24" name="Shape 22"/>
          <p:cNvSpPr/>
          <p:nvPr/>
        </p:nvSpPr>
        <p:spPr>
          <a:xfrm>
            <a:off x="0" y="6364224"/>
            <a:ext cx="12191695" cy="493776"/>
          </a:xfrm>
          <a:prstGeom prst="rect">
            <a:avLst/>
          </a:prstGeom>
          <a:solidFill>
            <a:srgbClr val="33004F">
              <a:alpha val="88000"/>
            </a:srgbClr>
          </a:solidFill>
          <a:ln w="12700">
            <a:solidFill>
              <a:srgbClr val="33004F">
                <a:alpha val="0"/>
              </a:srgbClr>
            </a:solidFill>
            <a:prstDash val="solid"/>
          </a:ln>
        </p:spPr>
      </p:sp>
      <p:sp>
        <p:nvSpPr>
          <p:cNvPr id="25" name="Shape 23"/>
          <p:cNvSpPr/>
          <p:nvPr/>
        </p:nvSpPr>
        <p:spPr>
          <a:xfrm>
            <a:off x="502920" y="384048"/>
            <a:ext cx="4526280" cy="530352"/>
          </a:xfrm>
          <a:prstGeom prst="rect">
            <a:avLst/>
          </a:prstGeom>
          <a:solidFill>
            <a:srgbClr val="FFFFFF">
              <a:alpha val="96000"/>
            </a:srgbClr>
          </a:solidFill>
          <a:ln w="12700">
            <a:solidFill>
              <a:srgbClr val="FFFFFF">
                <a:alpha val="0"/>
              </a:srgbClr>
            </a:solidFill>
            <a:prstDash val="solid"/>
          </a:ln>
        </p:spPr>
      </p:sp>
      <p:sp>
        <p:nvSpPr>
          <p:cNvPr id="26" name="Text 24"/>
          <p:cNvSpPr/>
          <p:nvPr/>
        </p:nvSpPr>
        <p:spPr>
          <a:xfrm>
            <a:off x="658368" y="484632"/>
            <a:ext cx="4160520" cy="256032"/>
          </a:xfrm>
          <a:prstGeom prst="rect">
            <a:avLst/>
          </a:prstGeom>
          <a:noFill/>
          <a:ln/>
        </p:spPr>
        <p:txBody>
          <a:bodyPr wrap="square" rtlCol="0" anchor="ctr">
            <a:normAutofit/>
          </a:bodyPr>
          <a:lstStyle/>
          <a:p>
            <a:pPr indent="0" marL="0">
              <a:buNone/>
            </a:pPr>
            <a:r>
              <a:rPr lang="en-US" sz="1600" b="1" dirty="0">
                <a:solidFill>
                  <a:srgbClr val="E8005A"/>
                </a:solidFill>
                <a:latin typeface="Hiragino Sans" pitchFamily="34" charset="0"/>
                <a:ea typeface="Hiragino Sans" pitchFamily="34" charset="-122"/>
                <a:cs typeface="Hiragino Sans" pitchFamily="34" charset="-120"/>
              </a:rPr>
              <a:t>ELITE プラン 特別ページ  /  13</a:t>
            </a:r>
            <a:endParaRPr lang="en-US" sz="1600" dirty="0"/>
          </a:p>
        </p:txBody>
      </p:sp>
      <p:sp>
        <p:nvSpPr>
          <p:cNvPr id="27" name="Shape 25"/>
          <p:cNvSpPr/>
          <p:nvPr/>
        </p:nvSpPr>
        <p:spPr>
          <a:xfrm>
            <a:off x="502920" y="1143000"/>
            <a:ext cx="6995160" cy="822960"/>
          </a:xfrm>
          <a:prstGeom prst="rect">
            <a:avLst/>
          </a:prstGeom>
          <a:solidFill>
            <a:srgbClr val="E8005A"/>
          </a:solidFill>
          <a:ln w="12700">
            <a:solidFill>
              <a:srgbClr val="E8005A">
                <a:alpha val="0"/>
              </a:srgbClr>
            </a:solidFill>
            <a:prstDash val="solid"/>
          </a:ln>
        </p:spPr>
      </p:sp>
      <p:sp>
        <p:nvSpPr>
          <p:cNvPr id="28" name="Shape 26"/>
          <p:cNvSpPr/>
          <p:nvPr/>
        </p:nvSpPr>
        <p:spPr>
          <a:xfrm>
            <a:off x="6903720" y="1143000"/>
            <a:ext cx="1737360" cy="822960"/>
          </a:xfrm>
          <a:prstGeom prst="rect">
            <a:avLst/>
          </a:prstGeom>
          <a:solidFill>
            <a:srgbClr val="B00083"/>
          </a:solidFill>
          <a:ln w="12700">
            <a:solidFill>
              <a:srgbClr val="B00083">
                <a:alpha val="0"/>
              </a:srgbClr>
            </a:solidFill>
            <a:prstDash val="solid"/>
          </a:ln>
        </p:spPr>
      </p:sp>
      <p:sp>
        <p:nvSpPr>
          <p:cNvPr id="29" name="Text 27"/>
          <p:cNvSpPr/>
          <p:nvPr/>
        </p:nvSpPr>
        <p:spPr>
          <a:xfrm>
            <a:off x="749808" y="1271016"/>
            <a:ext cx="7086600" cy="438912"/>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Hiragino Sans" pitchFamily="34" charset="0"/>
                <a:ea typeface="Hiragino Sans" pitchFamily="34" charset="-122"/>
                <a:cs typeface="Hiragino Sans" pitchFamily="34" charset="-120"/>
              </a:rPr>
              <a:t>曜日サイクル7日分の『なんで』</a:t>
            </a:r>
            <a:endParaRPr lang="en-US" sz="2900" dirty="0"/>
          </a:p>
        </p:txBody>
      </p:sp>
      <p:sp>
        <p:nvSpPr>
          <p:cNvPr id="30" name="Text 28"/>
          <p:cNvSpPr/>
          <p:nvPr/>
        </p:nvSpPr>
        <p:spPr>
          <a:xfrm>
            <a:off x="566928" y="2249424"/>
            <a:ext cx="4297680" cy="310896"/>
          </a:xfrm>
          <a:prstGeom prst="rect">
            <a:avLst/>
          </a:prstGeom>
          <a:noFill/>
          <a:ln/>
        </p:spPr>
        <p:txBody>
          <a:bodyPr wrap="square" rtlCol="0" anchor="ctr">
            <a:normAutofit/>
          </a:bodyPr>
          <a:lstStyle/>
          <a:p>
            <a:pPr indent="0" marL="0">
              <a:buNone/>
            </a:pPr>
            <a:r>
              <a:rPr lang="en-US" sz="1400" b="1" dirty="0">
                <a:solidFill>
                  <a:srgbClr val="E8005A"/>
                </a:solidFill>
                <a:latin typeface="Hiragino Sans" pitchFamily="34" charset="0"/>
                <a:ea typeface="Hiragino Sans" pitchFamily="34" charset="-122"/>
                <a:cs typeface="Hiragino Sans" pitchFamily="34" charset="-120"/>
              </a:rPr>
              <a:t>毎週の行動に設計意図がある</a:t>
            </a:r>
            <a:endParaRPr lang="en-US" sz="1400" dirty="0"/>
          </a:p>
        </p:txBody>
      </p:sp>
      <p:sp>
        <p:nvSpPr>
          <p:cNvPr id="31" name="Text 29"/>
          <p:cNvSpPr/>
          <p:nvPr/>
        </p:nvSpPr>
        <p:spPr>
          <a:xfrm>
            <a:off x="566928" y="2596896"/>
            <a:ext cx="6217920" cy="987552"/>
          </a:xfrm>
          <a:prstGeom prst="rect">
            <a:avLst/>
          </a:prstGeom>
          <a:noFill/>
          <a:ln/>
        </p:spPr>
        <p:txBody>
          <a:bodyPr wrap="square" rtlCol="0" anchor="ctr">
            <a:normAutofit/>
          </a:bodyPr>
          <a:lstStyle/>
          <a:p>
            <a:pPr indent="0" marL="0">
              <a:buNone/>
            </a:pPr>
            <a:r>
              <a:rPr lang="en-US" sz="2500" b="1" dirty="0">
                <a:solidFill>
                  <a:srgbClr val="2B1B3A"/>
                </a:solidFill>
                <a:latin typeface="Hiragino Sans" pitchFamily="34" charset="0"/>
                <a:ea typeface="Hiragino Sans" pitchFamily="34" charset="-122"/>
                <a:cs typeface="Hiragino Sans" pitchFamily="34" charset="-120"/>
              </a:rPr>
              <a:t>知る→計画→作る→育てる→連携→稼ぐ→FB。</a:t>
            </a:r>
            <a:endParaRPr lang="en-US" sz="2500" dirty="0"/>
          </a:p>
        </p:txBody>
      </p:sp>
      <p:sp>
        <p:nvSpPr>
          <p:cNvPr id="32" name="Shape 30"/>
          <p:cNvSpPr/>
          <p:nvPr/>
        </p:nvSpPr>
        <p:spPr>
          <a:xfrm>
            <a:off x="594360" y="3657600"/>
            <a:ext cx="1243584" cy="530352"/>
          </a:xfrm>
          <a:prstGeom prst="roundRect">
            <a:avLst>
              <a:gd name="adj" fmla="val 12069"/>
            </a:avLst>
          </a:prstGeom>
          <a:solidFill>
            <a:srgbClr val="E8005A"/>
          </a:solidFill>
          <a:ln w="12700">
            <a:solidFill>
              <a:srgbClr val="FFFFFF">
                <a:alpha val="0"/>
              </a:srgbClr>
            </a:solidFill>
            <a:prstDash val="solid"/>
          </a:ln>
        </p:spPr>
      </p:sp>
      <p:sp>
        <p:nvSpPr>
          <p:cNvPr id="33" name="Text 31"/>
          <p:cNvSpPr/>
          <p:nvPr/>
        </p:nvSpPr>
        <p:spPr>
          <a:xfrm>
            <a:off x="740664" y="3776472"/>
            <a:ext cx="950976" cy="219456"/>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月：知る</a:t>
            </a:r>
            <a:endParaRPr lang="en-US" sz="1200" dirty="0"/>
          </a:p>
        </p:txBody>
      </p:sp>
      <p:sp>
        <p:nvSpPr>
          <p:cNvPr id="34" name="Shape 32"/>
          <p:cNvSpPr/>
          <p:nvPr/>
        </p:nvSpPr>
        <p:spPr>
          <a:xfrm>
            <a:off x="2039112" y="3657600"/>
            <a:ext cx="1243584" cy="530352"/>
          </a:xfrm>
          <a:prstGeom prst="roundRect">
            <a:avLst>
              <a:gd name="adj" fmla="val 12069"/>
            </a:avLst>
          </a:prstGeom>
          <a:solidFill>
            <a:srgbClr val="B00083"/>
          </a:solidFill>
          <a:ln w="12700">
            <a:solidFill>
              <a:srgbClr val="FFFFFF">
                <a:alpha val="0"/>
              </a:srgbClr>
            </a:solidFill>
            <a:prstDash val="solid"/>
          </a:ln>
        </p:spPr>
      </p:sp>
      <p:sp>
        <p:nvSpPr>
          <p:cNvPr id="35" name="Text 33"/>
          <p:cNvSpPr/>
          <p:nvPr/>
        </p:nvSpPr>
        <p:spPr>
          <a:xfrm>
            <a:off x="2185416" y="3776472"/>
            <a:ext cx="950976" cy="219456"/>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火：計画</a:t>
            </a:r>
            <a:endParaRPr lang="en-US" sz="1200" dirty="0"/>
          </a:p>
        </p:txBody>
      </p:sp>
      <p:sp>
        <p:nvSpPr>
          <p:cNvPr id="36" name="Shape 34"/>
          <p:cNvSpPr/>
          <p:nvPr/>
        </p:nvSpPr>
        <p:spPr>
          <a:xfrm>
            <a:off x="3483864" y="3657600"/>
            <a:ext cx="1243584" cy="530352"/>
          </a:xfrm>
          <a:prstGeom prst="roundRect">
            <a:avLst>
              <a:gd name="adj" fmla="val 12069"/>
            </a:avLst>
          </a:prstGeom>
          <a:solidFill>
            <a:srgbClr val="7B18D8"/>
          </a:solidFill>
          <a:ln w="12700">
            <a:solidFill>
              <a:srgbClr val="FFFFFF">
                <a:alpha val="0"/>
              </a:srgbClr>
            </a:solidFill>
            <a:prstDash val="solid"/>
          </a:ln>
        </p:spPr>
      </p:sp>
      <p:sp>
        <p:nvSpPr>
          <p:cNvPr id="37" name="Text 35"/>
          <p:cNvSpPr/>
          <p:nvPr/>
        </p:nvSpPr>
        <p:spPr>
          <a:xfrm>
            <a:off x="3630168" y="3776472"/>
            <a:ext cx="950976" cy="219456"/>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水：POC作成</a:t>
            </a:r>
            <a:endParaRPr lang="en-US" sz="1200" dirty="0"/>
          </a:p>
        </p:txBody>
      </p:sp>
      <p:sp>
        <p:nvSpPr>
          <p:cNvPr id="38" name="Shape 36"/>
          <p:cNvSpPr/>
          <p:nvPr/>
        </p:nvSpPr>
        <p:spPr>
          <a:xfrm>
            <a:off x="4928616" y="3657600"/>
            <a:ext cx="1243584" cy="530352"/>
          </a:xfrm>
          <a:prstGeom prst="roundRect">
            <a:avLst>
              <a:gd name="adj" fmla="val 12069"/>
            </a:avLst>
          </a:prstGeom>
          <a:solidFill>
            <a:srgbClr val="4F0B78"/>
          </a:solidFill>
          <a:ln w="12700">
            <a:solidFill>
              <a:srgbClr val="FFFFFF">
                <a:alpha val="0"/>
              </a:srgbClr>
            </a:solidFill>
            <a:prstDash val="solid"/>
          </a:ln>
        </p:spPr>
      </p:sp>
      <p:sp>
        <p:nvSpPr>
          <p:cNvPr id="39" name="Text 37"/>
          <p:cNvSpPr/>
          <p:nvPr/>
        </p:nvSpPr>
        <p:spPr>
          <a:xfrm>
            <a:off x="5074920" y="3776472"/>
            <a:ext cx="950976" cy="219456"/>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木：育てる</a:t>
            </a:r>
            <a:endParaRPr lang="en-US" sz="1200" dirty="0"/>
          </a:p>
        </p:txBody>
      </p:sp>
      <p:sp>
        <p:nvSpPr>
          <p:cNvPr id="40" name="Shape 38"/>
          <p:cNvSpPr/>
          <p:nvPr/>
        </p:nvSpPr>
        <p:spPr>
          <a:xfrm>
            <a:off x="594360" y="4498848"/>
            <a:ext cx="1243584" cy="530352"/>
          </a:xfrm>
          <a:prstGeom prst="roundRect">
            <a:avLst>
              <a:gd name="adj" fmla="val 12069"/>
            </a:avLst>
          </a:prstGeom>
          <a:solidFill>
            <a:srgbClr val="2B1B3A"/>
          </a:solidFill>
          <a:ln w="12700">
            <a:solidFill>
              <a:srgbClr val="FFFFFF">
                <a:alpha val="0"/>
              </a:srgbClr>
            </a:solidFill>
            <a:prstDash val="solid"/>
          </a:ln>
        </p:spPr>
      </p:sp>
      <p:sp>
        <p:nvSpPr>
          <p:cNvPr id="41" name="Text 39"/>
          <p:cNvSpPr/>
          <p:nvPr/>
        </p:nvSpPr>
        <p:spPr>
          <a:xfrm>
            <a:off x="740664" y="4617720"/>
            <a:ext cx="950976" cy="219456"/>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金：連携</a:t>
            </a:r>
            <a:endParaRPr lang="en-US" sz="1200" dirty="0"/>
          </a:p>
        </p:txBody>
      </p:sp>
      <p:sp>
        <p:nvSpPr>
          <p:cNvPr id="42" name="Shape 40"/>
          <p:cNvSpPr/>
          <p:nvPr/>
        </p:nvSpPr>
        <p:spPr>
          <a:xfrm>
            <a:off x="2039112" y="4498848"/>
            <a:ext cx="1243584" cy="530352"/>
          </a:xfrm>
          <a:prstGeom prst="roundRect">
            <a:avLst>
              <a:gd name="adj" fmla="val 12069"/>
            </a:avLst>
          </a:prstGeom>
          <a:solidFill>
            <a:srgbClr val="E8005A"/>
          </a:solidFill>
          <a:ln w="12700">
            <a:solidFill>
              <a:srgbClr val="FFFFFF">
                <a:alpha val="0"/>
              </a:srgbClr>
            </a:solidFill>
            <a:prstDash val="solid"/>
          </a:ln>
        </p:spPr>
      </p:sp>
      <p:sp>
        <p:nvSpPr>
          <p:cNvPr id="43" name="Text 41"/>
          <p:cNvSpPr/>
          <p:nvPr/>
        </p:nvSpPr>
        <p:spPr>
          <a:xfrm>
            <a:off x="2185416" y="4617720"/>
            <a:ext cx="950976" cy="219456"/>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Hiragino Sans" pitchFamily="34" charset="0"/>
                <a:ea typeface="Hiragino Sans" pitchFamily="34" charset="-122"/>
                <a:cs typeface="Hiragino Sans" pitchFamily="34" charset="-120"/>
              </a:rPr>
              <a:t>土：マネタイズ</a:t>
            </a:r>
            <a:endParaRPr lang="en-US" sz="1200" dirty="0"/>
          </a:p>
        </p:txBody>
      </p:sp>
      <p:sp>
        <p:nvSpPr>
          <p:cNvPr id="44" name="Shape 42"/>
          <p:cNvSpPr/>
          <p:nvPr/>
        </p:nvSpPr>
        <p:spPr>
          <a:xfrm>
            <a:off x="3483864" y="4498848"/>
            <a:ext cx="1243584" cy="530352"/>
          </a:xfrm>
          <a:prstGeom prst="roundRect">
            <a:avLst>
              <a:gd name="adj" fmla="val 12069"/>
            </a:avLst>
          </a:prstGeom>
          <a:solidFill>
            <a:srgbClr val="FFE083"/>
          </a:solidFill>
          <a:ln w="12700">
            <a:solidFill>
              <a:srgbClr val="FFFFFF">
                <a:alpha val="0"/>
              </a:srgbClr>
            </a:solidFill>
            <a:prstDash val="solid"/>
          </a:ln>
        </p:spPr>
      </p:sp>
      <p:sp>
        <p:nvSpPr>
          <p:cNvPr id="45" name="Text 43"/>
          <p:cNvSpPr/>
          <p:nvPr/>
        </p:nvSpPr>
        <p:spPr>
          <a:xfrm>
            <a:off x="3630168" y="4617720"/>
            <a:ext cx="950976" cy="219456"/>
          </a:xfrm>
          <a:prstGeom prst="rect">
            <a:avLst/>
          </a:prstGeom>
          <a:noFill/>
          <a:ln/>
        </p:spPr>
        <p:txBody>
          <a:bodyPr wrap="square" lIns="0" tIns="0" rIns="0" bIns="0" rtlCol="0" anchor="ctr">
            <a:normAutofit/>
          </a:bodyPr>
          <a:lstStyle/>
          <a:p>
            <a:pPr algn="ctr" indent="0" marL="0">
              <a:buNone/>
            </a:pPr>
            <a:r>
              <a:rPr lang="en-US" sz="1200" b="1" dirty="0">
                <a:solidFill>
                  <a:srgbClr val="2B1B3A"/>
                </a:solidFill>
                <a:latin typeface="Hiragino Sans" pitchFamily="34" charset="0"/>
                <a:ea typeface="Hiragino Sans" pitchFamily="34" charset="-122"/>
                <a:cs typeface="Hiragino Sans" pitchFamily="34" charset="-120"/>
              </a:rPr>
              <a:t>日：発表とFB</a:t>
            </a:r>
            <a:endParaRPr lang="en-US" sz="1200" dirty="0"/>
          </a:p>
        </p:txBody>
      </p:sp>
      <p:sp>
        <p:nvSpPr>
          <p:cNvPr id="46" name="Shape 44"/>
          <p:cNvSpPr/>
          <p:nvPr/>
        </p:nvSpPr>
        <p:spPr>
          <a:xfrm>
            <a:off x="8321040" y="960120"/>
            <a:ext cx="3429000" cy="3429000"/>
          </a:xfrm>
          <a:prstGeom prst="ellipse">
            <a:avLst/>
          </a:prstGeom>
          <a:solidFill>
            <a:srgbClr val="FFE083">
              <a:alpha val="37000"/>
            </a:srgbClr>
          </a:solidFill>
          <a:ln w="12700">
            <a:solidFill>
              <a:srgbClr val="FFE083">
                <a:alpha val="0"/>
              </a:srgbClr>
            </a:solidFill>
            <a:prstDash val="solid"/>
          </a:ln>
        </p:spPr>
      </p:sp>
      <p:sp>
        <p:nvSpPr>
          <p:cNvPr id="47" name="Shape 45"/>
          <p:cNvSpPr/>
          <p:nvPr/>
        </p:nvSpPr>
        <p:spPr>
          <a:xfrm>
            <a:off x="8823960" y="1325880"/>
            <a:ext cx="621792" cy="621792"/>
          </a:xfrm>
          <a:prstGeom prst="ellipse">
            <a:avLst/>
          </a:prstGeom>
          <a:solidFill>
            <a:srgbClr val="2A1D36"/>
          </a:solidFill>
          <a:ln w="12700">
            <a:solidFill>
              <a:srgbClr val="2A1D36">
                <a:alpha val="0"/>
              </a:srgbClr>
            </a:solidFill>
            <a:prstDash val="solid"/>
          </a:ln>
        </p:spPr>
      </p:sp>
      <p:sp>
        <p:nvSpPr>
          <p:cNvPr id="48" name="Shape 46"/>
          <p:cNvSpPr/>
          <p:nvPr/>
        </p:nvSpPr>
        <p:spPr>
          <a:xfrm rot="1080000">
            <a:off x="8577072" y="1115568"/>
            <a:ext cx="1005840" cy="731520"/>
          </a:xfrm>
          <a:prstGeom prst="arc">
            <a:avLst/>
          </a:prstGeom>
          <a:solidFill>
            <a:srgbClr val="191121">
              <a:alpha val="0"/>
            </a:srgbClr>
          </a:solidFill>
          <a:ln w="76200">
            <a:solidFill>
              <a:srgbClr val="191121"/>
            </a:solidFill>
            <a:prstDash val="solid"/>
          </a:ln>
        </p:spPr>
      </p:sp>
      <p:sp>
        <p:nvSpPr>
          <p:cNvPr id="49" name="Shape 47"/>
          <p:cNvSpPr/>
          <p:nvPr/>
        </p:nvSpPr>
        <p:spPr>
          <a:xfrm rot="5400000">
            <a:off x="8549640" y="1993392"/>
            <a:ext cx="1325880" cy="1417320"/>
          </a:xfrm>
          <a:prstGeom prst="chevron">
            <a:avLst/>
          </a:prstGeom>
          <a:solidFill>
            <a:srgbClr val="24214C"/>
          </a:solidFill>
          <a:ln w="12700">
            <a:solidFill>
              <a:srgbClr val="24214C">
                <a:alpha val="0"/>
              </a:srgbClr>
            </a:solidFill>
            <a:prstDash val="solid"/>
          </a:ln>
        </p:spPr>
      </p:sp>
      <p:sp>
        <p:nvSpPr>
          <p:cNvPr id="50" name="Shape 48"/>
          <p:cNvSpPr/>
          <p:nvPr/>
        </p:nvSpPr>
        <p:spPr>
          <a:xfrm>
            <a:off x="9646920" y="2926080"/>
            <a:ext cx="1417320" cy="822960"/>
          </a:xfrm>
          <a:prstGeom prst="rect">
            <a:avLst/>
          </a:prstGeom>
          <a:solidFill>
            <a:srgbClr val="EFEAF7"/>
          </a:solidFill>
          <a:ln w="12700">
            <a:solidFill>
              <a:srgbClr val="D3C4E8"/>
            </a:solidFill>
            <a:prstDash val="solid"/>
          </a:ln>
        </p:spPr>
      </p:sp>
      <p:sp>
        <p:nvSpPr>
          <p:cNvPr id="51" name="Shape 49"/>
          <p:cNvSpPr/>
          <p:nvPr/>
        </p:nvSpPr>
        <p:spPr>
          <a:xfrm>
            <a:off x="9464040" y="3767328"/>
            <a:ext cx="1965960" cy="146304"/>
          </a:xfrm>
          <a:prstGeom prst="rect">
            <a:avLst/>
          </a:prstGeom>
          <a:solidFill>
            <a:srgbClr val="BFC0D6"/>
          </a:solidFill>
          <a:ln w="12700">
            <a:solidFill>
              <a:srgbClr val="BFC0D6">
                <a:alpha val="0"/>
              </a:srgbClr>
            </a:solidFill>
            <a:prstDash val="solid"/>
          </a:ln>
        </p:spPr>
      </p:sp>
      <p:sp>
        <p:nvSpPr>
          <p:cNvPr id="52" name="Text 50"/>
          <p:cNvSpPr/>
          <p:nvPr/>
        </p:nvSpPr>
        <p:spPr>
          <a:xfrm>
            <a:off x="8229600" y="868680"/>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3" name="Text 51"/>
          <p:cNvSpPr/>
          <p:nvPr/>
        </p:nvSpPr>
        <p:spPr>
          <a:xfrm rot="420000">
            <a:off x="8567928" y="1353312"/>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4" name="Text 52"/>
          <p:cNvSpPr/>
          <p:nvPr/>
        </p:nvSpPr>
        <p:spPr>
          <a:xfrm rot="840000">
            <a:off x="8906256" y="1837944"/>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5" name="Text 53"/>
          <p:cNvSpPr/>
          <p:nvPr/>
        </p:nvSpPr>
        <p:spPr>
          <a:xfrm rot="1260000">
            <a:off x="9244584" y="2322576"/>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6" name="Text 54"/>
          <p:cNvSpPr/>
          <p:nvPr/>
        </p:nvSpPr>
        <p:spPr>
          <a:xfrm rot="1680000">
            <a:off x="9582912" y="2807208"/>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7" name="Text 55"/>
          <p:cNvSpPr/>
          <p:nvPr/>
        </p:nvSpPr>
        <p:spPr>
          <a:xfrm rot="2100000">
            <a:off x="9921240" y="3291840"/>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8" name="Text 56"/>
          <p:cNvSpPr/>
          <p:nvPr/>
        </p:nvSpPr>
        <p:spPr>
          <a:xfrm rot="2520000">
            <a:off x="10259568" y="3776472"/>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9" name="Text 57"/>
          <p:cNvSpPr/>
          <p:nvPr/>
        </p:nvSpPr>
        <p:spPr>
          <a:xfrm rot="2940000">
            <a:off x="10597896" y="4261104"/>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60" name="Text 58"/>
          <p:cNvSpPr/>
          <p:nvPr/>
        </p:nvSpPr>
        <p:spPr>
          <a:xfrm rot="3360000">
            <a:off x="10936224" y="1179576"/>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61" name="Text 59"/>
          <p:cNvSpPr/>
          <p:nvPr/>
        </p:nvSpPr>
        <p:spPr>
          <a:xfrm rot="3780000">
            <a:off x="11274552" y="1664208"/>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62" name="Text 60"/>
          <p:cNvSpPr/>
          <p:nvPr/>
        </p:nvSpPr>
        <p:spPr>
          <a:xfrm rot="4200000">
            <a:off x="8412480" y="2148840"/>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63" name="Text 61"/>
          <p:cNvSpPr/>
          <p:nvPr/>
        </p:nvSpPr>
        <p:spPr>
          <a:xfrm rot="4620000">
            <a:off x="8750808" y="2633472"/>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64" name="Text 62"/>
          <p:cNvSpPr/>
          <p:nvPr/>
        </p:nvSpPr>
        <p:spPr>
          <a:xfrm rot="5040000">
            <a:off x="9089136" y="3118104"/>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65" name="Text 63"/>
          <p:cNvSpPr/>
          <p:nvPr/>
        </p:nvSpPr>
        <p:spPr>
          <a:xfrm rot="5460000">
            <a:off x="9427464" y="3602736"/>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66" name="Text 64"/>
          <p:cNvSpPr/>
          <p:nvPr/>
        </p:nvSpPr>
        <p:spPr>
          <a:xfrm>
            <a:off x="530352" y="6473952"/>
            <a:ext cx="4023360" cy="164592"/>
          </a:xfrm>
          <a:prstGeom prst="rect">
            <a:avLst/>
          </a:prstGeom>
          <a:noFill/>
          <a:ln/>
        </p:spPr>
        <p:txBody>
          <a:bodyPr wrap="square" rtlCol="0" anchor="ctr"/>
          <a:lstStyle/>
          <a:p>
            <a:pPr indent="0" marL="0">
              <a:buNone/>
            </a:pPr>
            <a:r>
              <a:rPr lang="en-US" sz="800" dirty="0">
                <a:solidFill>
                  <a:srgbClr val="FBD7FF"/>
                </a:solidFill>
                <a:latin typeface="Avenir Next" pitchFamily="34" charset="0"/>
                <a:ea typeface="Avenir Next" pitchFamily="34" charset="-122"/>
                <a:cs typeface="Avenir Next" pitchFamily="34" charset="-120"/>
              </a:rPr>
              <a:t>ELITE Plan / Agent Customization Program</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9D3F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5C1FA"/>
          </a:solidFill>
          <a:ln w="12700">
            <a:solidFill>
              <a:srgbClr val="F5C1FA"/>
            </a:solidFill>
            <a:prstDash val="solid"/>
          </a:ln>
        </p:spPr>
      </p:sp>
      <p:sp>
        <p:nvSpPr>
          <p:cNvPr id="3" name="Shape 1"/>
          <p:cNvSpPr/>
          <p:nvPr/>
        </p:nvSpPr>
        <p:spPr>
          <a:xfrm>
            <a:off x="0" y="0"/>
            <a:ext cx="12191695" cy="6858000"/>
          </a:xfrm>
          <a:prstGeom prst="rect">
            <a:avLst/>
          </a:prstGeom>
          <a:solidFill>
            <a:srgbClr val="7B18D8">
              <a:alpha val="48000"/>
            </a:srgbClr>
          </a:solidFill>
          <a:ln w="12700">
            <a:solidFill>
              <a:srgbClr val="7B18D8">
                <a:alpha val="0"/>
              </a:srgbClr>
            </a:solidFill>
            <a:prstDash val="solid"/>
          </a:ln>
        </p:spPr>
      </p:sp>
      <p:sp>
        <p:nvSpPr>
          <p:cNvPr id="4" name="Shape 2"/>
          <p:cNvSpPr/>
          <p:nvPr/>
        </p:nvSpPr>
        <p:spPr>
          <a:xfrm rot="20880000">
            <a:off x="-1463040" y="-731520"/>
            <a:ext cx="8412480" cy="4754880"/>
          </a:xfrm>
          <a:prstGeom prst="arc">
            <a:avLst/>
          </a:prstGeom>
          <a:solidFill>
            <a:srgbClr val="FFFFFF">
              <a:alpha val="0"/>
            </a:srgbClr>
          </a:solidFill>
          <a:ln w="27940">
            <a:solidFill>
              <a:srgbClr val="FFFFFF">
                <a:alpha val="46000"/>
              </a:srgbClr>
            </a:solidFill>
            <a:prstDash val="solid"/>
          </a:ln>
        </p:spPr>
      </p:sp>
      <p:sp>
        <p:nvSpPr>
          <p:cNvPr id="5" name="Shape 3"/>
          <p:cNvSpPr/>
          <p:nvPr/>
        </p:nvSpPr>
        <p:spPr>
          <a:xfrm rot="720000">
            <a:off x="2926080" y="182880"/>
            <a:ext cx="8046720" cy="4572000"/>
          </a:xfrm>
          <a:prstGeom prst="arc">
            <a:avLst/>
          </a:prstGeom>
          <a:solidFill>
            <a:srgbClr val="FFFFFF">
              <a:alpha val="0"/>
            </a:srgbClr>
          </a:solidFill>
          <a:ln w="17780">
            <a:solidFill>
              <a:srgbClr val="FFFFFF">
                <a:alpha val="32000"/>
              </a:srgbClr>
            </a:solidFill>
            <a:prstDash val="solid"/>
          </a:ln>
        </p:spPr>
      </p:sp>
      <p:sp>
        <p:nvSpPr>
          <p:cNvPr id="6" name="Shape 4"/>
          <p:cNvSpPr/>
          <p:nvPr/>
        </p:nvSpPr>
        <p:spPr>
          <a:xfrm>
            <a:off x="3867912" y="5294376"/>
            <a:ext cx="73152" cy="73152"/>
          </a:xfrm>
          <a:prstGeom prst="ellipse">
            <a:avLst/>
          </a:prstGeom>
          <a:solidFill>
            <a:srgbClr val="FFE083">
              <a:alpha val="80000"/>
            </a:srgbClr>
          </a:solidFill>
          <a:ln w="12700">
            <a:solidFill>
              <a:srgbClr val="FFE083">
                <a:alpha val="0"/>
              </a:srgbClr>
            </a:solidFill>
            <a:prstDash val="solid"/>
          </a:ln>
        </p:spPr>
      </p:sp>
      <p:sp>
        <p:nvSpPr>
          <p:cNvPr id="7" name="Shape 5"/>
          <p:cNvSpPr/>
          <p:nvPr/>
        </p:nvSpPr>
        <p:spPr>
          <a:xfrm>
            <a:off x="4626864" y="877824"/>
            <a:ext cx="36576" cy="36576"/>
          </a:xfrm>
          <a:prstGeom prst="ellipse">
            <a:avLst/>
          </a:prstGeom>
          <a:solidFill>
            <a:srgbClr val="FFFFFF">
              <a:alpha val="68000"/>
            </a:srgbClr>
          </a:solidFill>
          <a:ln w="12700">
            <a:solidFill>
              <a:srgbClr val="FFFFFF">
                <a:alpha val="0"/>
              </a:srgbClr>
            </a:solidFill>
            <a:prstDash val="solid"/>
          </a:ln>
        </p:spPr>
      </p:sp>
      <p:sp>
        <p:nvSpPr>
          <p:cNvPr id="8" name="Shape 6"/>
          <p:cNvSpPr/>
          <p:nvPr/>
        </p:nvSpPr>
        <p:spPr>
          <a:xfrm>
            <a:off x="5385816" y="2130552"/>
            <a:ext cx="36576" cy="36576"/>
          </a:xfrm>
          <a:prstGeom prst="ellipse">
            <a:avLst/>
          </a:prstGeom>
          <a:solidFill>
            <a:srgbClr val="FFFFFF">
              <a:alpha val="68000"/>
            </a:srgbClr>
          </a:solidFill>
          <a:ln w="12700">
            <a:solidFill>
              <a:srgbClr val="FFFFFF">
                <a:alpha val="0"/>
              </a:srgbClr>
            </a:solidFill>
            <a:prstDash val="solid"/>
          </a:ln>
        </p:spPr>
      </p:sp>
      <p:sp>
        <p:nvSpPr>
          <p:cNvPr id="9" name="Shape 7"/>
          <p:cNvSpPr/>
          <p:nvPr/>
        </p:nvSpPr>
        <p:spPr>
          <a:xfrm>
            <a:off x="6144768" y="3383280"/>
            <a:ext cx="36576" cy="36576"/>
          </a:xfrm>
          <a:prstGeom prst="ellipse">
            <a:avLst/>
          </a:prstGeom>
          <a:solidFill>
            <a:srgbClr val="FFE083">
              <a:alpha val="80000"/>
            </a:srgbClr>
          </a:solidFill>
          <a:ln w="12700">
            <a:solidFill>
              <a:srgbClr val="FFE083">
                <a:alpha val="0"/>
              </a:srgbClr>
            </a:solidFill>
            <a:prstDash val="solid"/>
          </a:ln>
        </p:spPr>
      </p:sp>
      <p:sp>
        <p:nvSpPr>
          <p:cNvPr id="10" name="Shape 8"/>
          <p:cNvSpPr/>
          <p:nvPr/>
        </p:nvSpPr>
        <p:spPr>
          <a:xfrm>
            <a:off x="6903720" y="4636008"/>
            <a:ext cx="73152" cy="73152"/>
          </a:xfrm>
          <a:prstGeom prst="ellipse">
            <a:avLst/>
          </a:prstGeom>
          <a:solidFill>
            <a:srgbClr val="FFFFFF">
              <a:alpha val="68000"/>
            </a:srgbClr>
          </a:solidFill>
          <a:ln w="12700">
            <a:solidFill>
              <a:srgbClr val="FFFFFF">
                <a:alpha val="0"/>
              </a:srgbClr>
            </a:solidFill>
            <a:prstDash val="solid"/>
          </a:ln>
        </p:spPr>
      </p:sp>
      <p:sp>
        <p:nvSpPr>
          <p:cNvPr id="11" name="Shape 9"/>
          <p:cNvSpPr/>
          <p:nvPr/>
        </p:nvSpPr>
        <p:spPr>
          <a:xfrm>
            <a:off x="7662672" y="219456"/>
            <a:ext cx="36576" cy="36576"/>
          </a:xfrm>
          <a:prstGeom prst="ellipse">
            <a:avLst/>
          </a:prstGeom>
          <a:solidFill>
            <a:srgbClr val="FFFFFF">
              <a:alpha val="68000"/>
            </a:srgbClr>
          </a:solidFill>
          <a:ln w="12700">
            <a:solidFill>
              <a:srgbClr val="FFFFFF">
                <a:alpha val="0"/>
              </a:srgbClr>
            </a:solidFill>
            <a:prstDash val="solid"/>
          </a:ln>
        </p:spPr>
      </p:sp>
      <p:sp>
        <p:nvSpPr>
          <p:cNvPr id="12" name="Shape 10"/>
          <p:cNvSpPr/>
          <p:nvPr/>
        </p:nvSpPr>
        <p:spPr>
          <a:xfrm>
            <a:off x="8421624" y="1472184"/>
            <a:ext cx="36576" cy="36576"/>
          </a:xfrm>
          <a:prstGeom prst="ellipse">
            <a:avLst/>
          </a:prstGeom>
          <a:solidFill>
            <a:srgbClr val="FFE083">
              <a:alpha val="80000"/>
            </a:srgbClr>
          </a:solidFill>
          <a:ln w="12700">
            <a:solidFill>
              <a:srgbClr val="FFE083">
                <a:alpha val="0"/>
              </a:srgbClr>
            </a:solidFill>
            <a:prstDash val="solid"/>
          </a:ln>
        </p:spPr>
      </p:sp>
      <p:sp>
        <p:nvSpPr>
          <p:cNvPr id="13" name="Shape 11"/>
          <p:cNvSpPr/>
          <p:nvPr/>
        </p:nvSpPr>
        <p:spPr>
          <a:xfrm>
            <a:off x="9180576" y="2724912"/>
            <a:ext cx="36576" cy="36576"/>
          </a:xfrm>
          <a:prstGeom prst="ellipse">
            <a:avLst/>
          </a:prstGeom>
          <a:solidFill>
            <a:srgbClr val="FFFFFF">
              <a:alpha val="68000"/>
            </a:srgbClr>
          </a:solidFill>
          <a:ln w="12700">
            <a:solidFill>
              <a:srgbClr val="FFFFFF">
                <a:alpha val="0"/>
              </a:srgbClr>
            </a:solidFill>
            <a:prstDash val="solid"/>
          </a:ln>
        </p:spPr>
      </p:sp>
      <p:sp>
        <p:nvSpPr>
          <p:cNvPr id="14" name="Shape 12"/>
          <p:cNvSpPr/>
          <p:nvPr/>
        </p:nvSpPr>
        <p:spPr>
          <a:xfrm>
            <a:off x="9939528" y="3977640"/>
            <a:ext cx="73152" cy="73152"/>
          </a:xfrm>
          <a:prstGeom prst="ellipse">
            <a:avLst/>
          </a:prstGeom>
          <a:solidFill>
            <a:srgbClr val="FFFFFF">
              <a:alpha val="68000"/>
            </a:srgbClr>
          </a:solidFill>
          <a:ln w="12700">
            <a:solidFill>
              <a:srgbClr val="FFFFFF">
                <a:alpha val="0"/>
              </a:srgbClr>
            </a:solidFill>
            <a:prstDash val="solid"/>
          </a:ln>
        </p:spPr>
      </p:sp>
      <p:sp>
        <p:nvSpPr>
          <p:cNvPr id="15" name="Shape 13"/>
          <p:cNvSpPr/>
          <p:nvPr/>
        </p:nvSpPr>
        <p:spPr>
          <a:xfrm>
            <a:off x="182880" y="5230368"/>
            <a:ext cx="36576" cy="36576"/>
          </a:xfrm>
          <a:prstGeom prst="ellipse">
            <a:avLst/>
          </a:prstGeom>
          <a:solidFill>
            <a:srgbClr val="FFE083">
              <a:alpha val="80000"/>
            </a:srgbClr>
          </a:solidFill>
          <a:ln w="12700">
            <a:solidFill>
              <a:srgbClr val="FFE083">
                <a:alpha val="0"/>
              </a:srgbClr>
            </a:solidFill>
            <a:prstDash val="solid"/>
          </a:ln>
        </p:spPr>
      </p:sp>
      <p:sp>
        <p:nvSpPr>
          <p:cNvPr id="16" name="Shape 14"/>
          <p:cNvSpPr/>
          <p:nvPr/>
        </p:nvSpPr>
        <p:spPr>
          <a:xfrm>
            <a:off x="941832" y="813816"/>
            <a:ext cx="36576" cy="36576"/>
          </a:xfrm>
          <a:prstGeom prst="ellipse">
            <a:avLst/>
          </a:prstGeom>
          <a:solidFill>
            <a:srgbClr val="FFFFFF">
              <a:alpha val="68000"/>
            </a:srgbClr>
          </a:solidFill>
          <a:ln w="12700">
            <a:solidFill>
              <a:srgbClr val="FFFFFF">
                <a:alpha val="0"/>
              </a:srgbClr>
            </a:solidFill>
            <a:prstDash val="solid"/>
          </a:ln>
        </p:spPr>
      </p:sp>
      <p:sp>
        <p:nvSpPr>
          <p:cNvPr id="17" name="Shape 15"/>
          <p:cNvSpPr/>
          <p:nvPr/>
        </p:nvSpPr>
        <p:spPr>
          <a:xfrm>
            <a:off x="1700784" y="2066544"/>
            <a:ext cx="36576" cy="36576"/>
          </a:xfrm>
          <a:prstGeom prst="ellipse">
            <a:avLst/>
          </a:prstGeom>
          <a:solidFill>
            <a:srgbClr val="FFFFFF">
              <a:alpha val="68000"/>
            </a:srgbClr>
          </a:solidFill>
          <a:ln w="12700">
            <a:solidFill>
              <a:srgbClr val="FFFFFF">
                <a:alpha val="0"/>
              </a:srgbClr>
            </a:solidFill>
            <a:prstDash val="solid"/>
          </a:ln>
        </p:spPr>
      </p:sp>
      <p:sp>
        <p:nvSpPr>
          <p:cNvPr id="18" name="Shape 16"/>
          <p:cNvSpPr/>
          <p:nvPr/>
        </p:nvSpPr>
        <p:spPr>
          <a:xfrm>
            <a:off x="2459736" y="3319272"/>
            <a:ext cx="73152" cy="73152"/>
          </a:xfrm>
          <a:prstGeom prst="ellipse">
            <a:avLst/>
          </a:prstGeom>
          <a:solidFill>
            <a:srgbClr val="FFE083">
              <a:alpha val="80000"/>
            </a:srgbClr>
          </a:solidFill>
          <a:ln w="12700">
            <a:solidFill>
              <a:srgbClr val="FFE083">
                <a:alpha val="0"/>
              </a:srgbClr>
            </a:solidFill>
            <a:prstDash val="solid"/>
          </a:ln>
        </p:spPr>
      </p:sp>
      <p:sp>
        <p:nvSpPr>
          <p:cNvPr id="19" name="Shape 17"/>
          <p:cNvSpPr/>
          <p:nvPr/>
        </p:nvSpPr>
        <p:spPr>
          <a:xfrm>
            <a:off x="3218688" y="4572000"/>
            <a:ext cx="36576" cy="36576"/>
          </a:xfrm>
          <a:prstGeom prst="ellipse">
            <a:avLst/>
          </a:prstGeom>
          <a:solidFill>
            <a:srgbClr val="FFFFFF">
              <a:alpha val="68000"/>
            </a:srgbClr>
          </a:solidFill>
          <a:ln w="12700">
            <a:solidFill>
              <a:srgbClr val="FFFFFF">
                <a:alpha val="0"/>
              </a:srgbClr>
            </a:solidFill>
            <a:prstDash val="solid"/>
          </a:ln>
        </p:spPr>
      </p:sp>
      <p:sp>
        <p:nvSpPr>
          <p:cNvPr id="20" name="Shape 18"/>
          <p:cNvSpPr/>
          <p:nvPr/>
        </p:nvSpPr>
        <p:spPr>
          <a:xfrm>
            <a:off x="3977640" y="5824728"/>
            <a:ext cx="36576" cy="36576"/>
          </a:xfrm>
          <a:prstGeom prst="ellipse">
            <a:avLst/>
          </a:prstGeom>
          <a:solidFill>
            <a:srgbClr val="FFFFFF">
              <a:alpha val="68000"/>
            </a:srgbClr>
          </a:solidFill>
          <a:ln w="12700">
            <a:solidFill>
              <a:srgbClr val="FFFFFF">
                <a:alpha val="0"/>
              </a:srgbClr>
            </a:solidFill>
            <a:prstDash val="solid"/>
          </a:ln>
        </p:spPr>
      </p:sp>
      <p:sp>
        <p:nvSpPr>
          <p:cNvPr id="21" name="Shape 19"/>
          <p:cNvSpPr/>
          <p:nvPr/>
        </p:nvSpPr>
        <p:spPr>
          <a:xfrm>
            <a:off x="4736592" y="1408176"/>
            <a:ext cx="36576" cy="36576"/>
          </a:xfrm>
          <a:prstGeom prst="ellipse">
            <a:avLst/>
          </a:prstGeom>
          <a:solidFill>
            <a:srgbClr val="FFE083">
              <a:alpha val="80000"/>
            </a:srgbClr>
          </a:solidFill>
          <a:ln w="12700">
            <a:solidFill>
              <a:srgbClr val="FFE083">
                <a:alpha val="0"/>
              </a:srgbClr>
            </a:solidFill>
            <a:prstDash val="solid"/>
          </a:ln>
        </p:spPr>
      </p:sp>
      <p:sp>
        <p:nvSpPr>
          <p:cNvPr id="22" name="Shape 20"/>
          <p:cNvSpPr/>
          <p:nvPr/>
        </p:nvSpPr>
        <p:spPr>
          <a:xfrm>
            <a:off x="5495544" y="2660904"/>
            <a:ext cx="73152" cy="73152"/>
          </a:xfrm>
          <a:prstGeom prst="ellipse">
            <a:avLst/>
          </a:prstGeom>
          <a:solidFill>
            <a:srgbClr val="FFFFFF">
              <a:alpha val="68000"/>
            </a:srgbClr>
          </a:solidFill>
          <a:ln w="12700">
            <a:solidFill>
              <a:srgbClr val="FFFFFF">
                <a:alpha val="0"/>
              </a:srgbClr>
            </a:solidFill>
            <a:prstDash val="solid"/>
          </a:ln>
        </p:spPr>
      </p:sp>
      <p:sp>
        <p:nvSpPr>
          <p:cNvPr id="23" name="Shape 21"/>
          <p:cNvSpPr/>
          <p:nvPr/>
        </p:nvSpPr>
        <p:spPr>
          <a:xfrm>
            <a:off x="6254496" y="3913632"/>
            <a:ext cx="36576" cy="36576"/>
          </a:xfrm>
          <a:prstGeom prst="ellipse">
            <a:avLst/>
          </a:prstGeom>
          <a:solidFill>
            <a:srgbClr val="FFFFFF">
              <a:alpha val="68000"/>
            </a:srgbClr>
          </a:solidFill>
          <a:ln w="12700">
            <a:solidFill>
              <a:srgbClr val="FFFFFF">
                <a:alpha val="0"/>
              </a:srgbClr>
            </a:solidFill>
            <a:prstDash val="solid"/>
          </a:ln>
        </p:spPr>
      </p:sp>
      <p:sp>
        <p:nvSpPr>
          <p:cNvPr id="24" name="Shape 22"/>
          <p:cNvSpPr/>
          <p:nvPr/>
        </p:nvSpPr>
        <p:spPr>
          <a:xfrm>
            <a:off x="0" y="6364224"/>
            <a:ext cx="12191695" cy="493776"/>
          </a:xfrm>
          <a:prstGeom prst="rect">
            <a:avLst/>
          </a:prstGeom>
          <a:solidFill>
            <a:srgbClr val="33004F">
              <a:alpha val="88000"/>
            </a:srgbClr>
          </a:solidFill>
          <a:ln w="12700">
            <a:solidFill>
              <a:srgbClr val="33004F">
                <a:alpha val="0"/>
              </a:srgbClr>
            </a:solidFill>
            <a:prstDash val="solid"/>
          </a:ln>
        </p:spPr>
      </p:sp>
      <p:sp>
        <p:nvSpPr>
          <p:cNvPr id="25" name="Shape 23"/>
          <p:cNvSpPr/>
          <p:nvPr/>
        </p:nvSpPr>
        <p:spPr>
          <a:xfrm>
            <a:off x="502920" y="384048"/>
            <a:ext cx="4526280" cy="530352"/>
          </a:xfrm>
          <a:prstGeom prst="rect">
            <a:avLst/>
          </a:prstGeom>
          <a:solidFill>
            <a:srgbClr val="FFFFFF">
              <a:alpha val="96000"/>
            </a:srgbClr>
          </a:solidFill>
          <a:ln w="12700">
            <a:solidFill>
              <a:srgbClr val="FFFFFF">
                <a:alpha val="0"/>
              </a:srgbClr>
            </a:solidFill>
            <a:prstDash val="solid"/>
          </a:ln>
        </p:spPr>
      </p:sp>
      <p:sp>
        <p:nvSpPr>
          <p:cNvPr id="26" name="Text 24"/>
          <p:cNvSpPr/>
          <p:nvPr/>
        </p:nvSpPr>
        <p:spPr>
          <a:xfrm>
            <a:off x="658368" y="484632"/>
            <a:ext cx="4160520" cy="256032"/>
          </a:xfrm>
          <a:prstGeom prst="rect">
            <a:avLst/>
          </a:prstGeom>
          <a:noFill/>
          <a:ln/>
        </p:spPr>
        <p:txBody>
          <a:bodyPr wrap="square" rtlCol="0" anchor="ctr">
            <a:normAutofit/>
          </a:bodyPr>
          <a:lstStyle/>
          <a:p>
            <a:pPr indent="0" marL="0">
              <a:buNone/>
            </a:pPr>
            <a:r>
              <a:rPr lang="en-US" sz="1600" b="1" dirty="0">
                <a:solidFill>
                  <a:srgbClr val="E8005A"/>
                </a:solidFill>
                <a:latin typeface="Hiragino Sans" pitchFamily="34" charset="0"/>
                <a:ea typeface="Hiragino Sans" pitchFamily="34" charset="-122"/>
                <a:cs typeface="Hiragino Sans" pitchFamily="34" charset="-120"/>
              </a:rPr>
              <a:t>ELITE プラン 特別ページ  /  14</a:t>
            </a:r>
            <a:endParaRPr lang="en-US" sz="1600" dirty="0"/>
          </a:p>
        </p:txBody>
      </p:sp>
      <p:sp>
        <p:nvSpPr>
          <p:cNvPr id="27" name="Shape 25"/>
          <p:cNvSpPr/>
          <p:nvPr/>
        </p:nvSpPr>
        <p:spPr>
          <a:xfrm>
            <a:off x="502920" y="1143000"/>
            <a:ext cx="6995160" cy="822960"/>
          </a:xfrm>
          <a:prstGeom prst="rect">
            <a:avLst/>
          </a:prstGeom>
          <a:solidFill>
            <a:srgbClr val="E8005A"/>
          </a:solidFill>
          <a:ln w="12700">
            <a:solidFill>
              <a:srgbClr val="E8005A">
                <a:alpha val="0"/>
              </a:srgbClr>
            </a:solidFill>
            <a:prstDash val="solid"/>
          </a:ln>
        </p:spPr>
      </p:sp>
      <p:sp>
        <p:nvSpPr>
          <p:cNvPr id="28" name="Shape 26"/>
          <p:cNvSpPr/>
          <p:nvPr/>
        </p:nvSpPr>
        <p:spPr>
          <a:xfrm>
            <a:off x="6903720" y="1143000"/>
            <a:ext cx="1737360" cy="822960"/>
          </a:xfrm>
          <a:prstGeom prst="rect">
            <a:avLst/>
          </a:prstGeom>
          <a:solidFill>
            <a:srgbClr val="B00083"/>
          </a:solidFill>
          <a:ln w="12700">
            <a:solidFill>
              <a:srgbClr val="B00083">
                <a:alpha val="0"/>
              </a:srgbClr>
            </a:solidFill>
            <a:prstDash val="solid"/>
          </a:ln>
        </p:spPr>
      </p:sp>
      <p:sp>
        <p:nvSpPr>
          <p:cNvPr id="29" name="Text 27"/>
          <p:cNvSpPr/>
          <p:nvPr/>
        </p:nvSpPr>
        <p:spPr>
          <a:xfrm>
            <a:off x="749808" y="1271016"/>
            <a:ext cx="7086600" cy="438912"/>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Hiragino Sans" pitchFamily="34" charset="0"/>
                <a:ea typeface="Hiragino Sans" pitchFamily="34" charset="-122"/>
                <a:cs typeface="Hiragino Sans" pitchFamily="34" charset="-120"/>
              </a:rPr>
              <a:t>事前準備とサポートの考え方</a:t>
            </a:r>
            <a:endParaRPr lang="en-US" sz="2900" dirty="0"/>
          </a:p>
        </p:txBody>
      </p:sp>
      <p:sp>
        <p:nvSpPr>
          <p:cNvPr id="30" name="Text 28"/>
          <p:cNvSpPr/>
          <p:nvPr/>
        </p:nvSpPr>
        <p:spPr>
          <a:xfrm>
            <a:off x="566928" y="2249424"/>
            <a:ext cx="4297680" cy="310896"/>
          </a:xfrm>
          <a:prstGeom prst="rect">
            <a:avLst/>
          </a:prstGeom>
          <a:noFill/>
          <a:ln/>
        </p:spPr>
        <p:txBody>
          <a:bodyPr wrap="square" rtlCol="0" anchor="ctr">
            <a:normAutofit/>
          </a:bodyPr>
          <a:lstStyle/>
          <a:p>
            <a:pPr indent="0" marL="0">
              <a:buNone/>
            </a:pPr>
            <a:r>
              <a:rPr lang="en-US" sz="1400" b="1" dirty="0">
                <a:solidFill>
                  <a:srgbClr val="E8005A"/>
                </a:solidFill>
                <a:latin typeface="Hiragino Sans" pitchFamily="34" charset="0"/>
                <a:ea typeface="Hiragino Sans" pitchFamily="34" charset="-122"/>
                <a:cs typeface="Hiragino Sans" pitchFamily="34" charset="-120"/>
              </a:rPr>
              <a:t>本編の価値を最大化する</a:t>
            </a:r>
            <a:endParaRPr lang="en-US" sz="1400" dirty="0"/>
          </a:p>
        </p:txBody>
      </p:sp>
      <p:sp>
        <p:nvSpPr>
          <p:cNvPr id="31" name="Text 29"/>
          <p:cNvSpPr/>
          <p:nvPr/>
        </p:nvSpPr>
        <p:spPr>
          <a:xfrm>
            <a:off x="566928" y="2596896"/>
            <a:ext cx="6217920" cy="987552"/>
          </a:xfrm>
          <a:prstGeom prst="rect">
            <a:avLst/>
          </a:prstGeom>
          <a:noFill/>
          <a:ln/>
        </p:spPr>
        <p:txBody>
          <a:bodyPr wrap="square" rtlCol="0" anchor="ctr">
            <a:normAutofit/>
          </a:bodyPr>
          <a:lstStyle/>
          <a:p>
            <a:pPr indent="0" marL="0">
              <a:buNone/>
            </a:pPr>
            <a:r>
              <a:rPr lang="en-US" sz="2500" b="1" dirty="0">
                <a:solidFill>
                  <a:srgbClr val="2B1B3A"/>
                </a:solidFill>
                <a:latin typeface="Hiragino Sans" pitchFamily="34" charset="0"/>
                <a:ea typeface="Hiragino Sans" pitchFamily="34" charset="-122"/>
                <a:cs typeface="Hiragino Sans" pitchFamily="34" charset="-120"/>
              </a:rPr>
              <a:t>実践会は、準備済みの人が最大限吸収する場。</a:t>
            </a:r>
            <a:endParaRPr lang="en-US" sz="2500" dirty="0"/>
          </a:p>
        </p:txBody>
      </p:sp>
      <p:sp>
        <p:nvSpPr>
          <p:cNvPr id="32" name="Shape 30"/>
          <p:cNvSpPr/>
          <p:nvPr/>
        </p:nvSpPr>
        <p:spPr>
          <a:xfrm>
            <a:off x="731520" y="3694176"/>
            <a:ext cx="1920240" cy="621792"/>
          </a:xfrm>
          <a:prstGeom prst="roundRect">
            <a:avLst>
              <a:gd name="adj" fmla="val 10294"/>
            </a:avLst>
          </a:prstGeom>
          <a:solidFill>
            <a:srgbClr val="E8005A"/>
          </a:solidFill>
          <a:ln w="12700">
            <a:solidFill>
              <a:srgbClr val="FFFFFF">
                <a:alpha val="0"/>
              </a:srgbClr>
            </a:solidFill>
            <a:prstDash val="solid"/>
          </a:ln>
        </p:spPr>
      </p:sp>
      <p:sp>
        <p:nvSpPr>
          <p:cNvPr id="33" name="Text 31"/>
          <p:cNvSpPr/>
          <p:nvPr/>
        </p:nvSpPr>
        <p:spPr>
          <a:xfrm>
            <a:off x="877824" y="3813048"/>
            <a:ext cx="1627632" cy="219456"/>
          </a:xfrm>
          <a:prstGeom prst="rect">
            <a:avLst/>
          </a:prstGeom>
          <a:noFill/>
          <a:ln/>
        </p:spPr>
        <p:txBody>
          <a:bodyPr wrap="square" lIns="0" tIns="0" rIns="0" bIns="0" rtlCol="0" anchor="ctr">
            <a:normAutofit/>
          </a:bodyPr>
          <a:lstStyle/>
          <a:p>
            <a:pPr algn="ctr" indent="0" marL="0">
              <a:buNone/>
            </a:pPr>
            <a:r>
              <a:rPr lang="en-US" sz="1900" b="1" dirty="0">
                <a:solidFill>
                  <a:srgbClr val="FFFFFF"/>
                </a:solidFill>
                <a:latin typeface="Hiragino Sans" pitchFamily="34" charset="0"/>
                <a:ea typeface="Hiragino Sans" pitchFamily="34" charset="-122"/>
                <a:cs typeface="Hiragino Sans" pitchFamily="34" charset="-120"/>
              </a:rPr>
              <a:t>本編</a:t>
            </a:r>
            <a:endParaRPr lang="en-US" sz="1900" dirty="0"/>
          </a:p>
        </p:txBody>
      </p:sp>
      <p:sp>
        <p:nvSpPr>
          <p:cNvPr id="34" name="Shape 32"/>
          <p:cNvSpPr/>
          <p:nvPr/>
        </p:nvSpPr>
        <p:spPr>
          <a:xfrm>
            <a:off x="2971800" y="3694176"/>
            <a:ext cx="1920240" cy="621792"/>
          </a:xfrm>
          <a:prstGeom prst="roundRect">
            <a:avLst>
              <a:gd name="adj" fmla="val 10294"/>
            </a:avLst>
          </a:prstGeom>
          <a:solidFill>
            <a:srgbClr val="FFFFFF"/>
          </a:solidFill>
          <a:ln w="12700">
            <a:solidFill>
              <a:srgbClr val="FFFFFF">
                <a:alpha val="0"/>
              </a:srgbClr>
            </a:solidFill>
            <a:prstDash val="solid"/>
          </a:ln>
        </p:spPr>
      </p:sp>
      <p:sp>
        <p:nvSpPr>
          <p:cNvPr id="35" name="Text 33"/>
          <p:cNvSpPr/>
          <p:nvPr/>
        </p:nvSpPr>
        <p:spPr>
          <a:xfrm>
            <a:off x="3118104" y="3813048"/>
            <a:ext cx="1627632" cy="219456"/>
          </a:xfrm>
          <a:prstGeom prst="rect">
            <a:avLst/>
          </a:prstGeom>
          <a:noFill/>
          <a:ln/>
        </p:spPr>
        <p:txBody>
          <a:bodyPr wrap="square" lIns="0" tIns="0" rIns="0" bIns="0" rtlCol="0" anchor="ctr">
            <a:normAutofit/>
          </a:bodyPr>
          <a:lstStyle/>
          <a:p>
            <a:pPr algn="ctr" indent="0" marL="0">
              <a:buNone/>
            </a:pPr>
            <a:r>
              <a:rPr lang="en-US" sz="1800" b="1" dirty="0">
                <a:solidFill>
                  <a:srgbClr val="2B1B3A"/>
                </a:solidFill>
                <a:latin typeface="Hiragino Sans" pitchFamily="34" charset="0"/>
                <a:ea typeface="Hiragino Sans" pitchFamily="34" charset="-122"/>
                <a:cs typeface="Hiragino Sans" pitchFamily="34" charset="-120"/>
              </a:rPr>
              <a:t>サポート</a:t>
            </a:r>
            <a:endParaRPr lang="en-US" sz="1800" dirty="0"/>
          </a:p>
        </p:txBody>
      </p:sp>
      <p:sp>
        <p:nvSpPr>
          <p:cNvPr id="36" name="Text 34"/>
          <p:cNvSpPr/>
          <p:nvPr/>
        </p:nvSpPr>
        <p:spPr>
          <a:xfrm>
            <a:off x="685800" y="4526280"/>
            <a:ext cx="2057400" cy="566928"/>
          </a:xfrm>
          <a:prstGeom prst="rect">
            <a:avLst/>
          </a:prstGeom>
          <a:noFill/>
          <a:ln/>
        </p:spPr>
        <p:txBody>
          <a:bodyPr wrap="square" rtlCol="0" anchor="ctr">
            <a:normAutofit/>
          </a:bodyPr>
          <a:lstStyle/>
          <a:p>
            <a:pPr algn="ctr" indent="0" marL="0">
              <a:buNone/>
            </a:pPr>
            <a:r>
              <a:rPr lang="en-US" sz="1400" b="1" dirty="0">
                <a:solidFill>
                  <a:srgbClr val="2B1B3A"/>
                </a:solidFill>
                <a:latin typeface="Hiragino Sans" pitchFamily="34" charset="0"/>
                <a:ea typeface="Hiragino Sans" pitchFamily="34" charset="-122"/>
                <a:cs typeface="Hiragino Sans" pitchFamily="34" charset="-120"/>
              </a:rPr>
              <a:t>事前準備済みの人が</a:t>
            </a:r>
            <a:endParaRPr lang="en-US" sz="1400" dirty="0"/>
          </a:p>
          <a:p>
            <a:pPr algn="ctr" indent="0" marL="0">
              <a:buNone/>
            </a:pPr>
            <a:r>
              <a:rPr lang="en-US" sz="1400" b="1" dirty="0">
                <a:solidFill>
                  <a:srgbClr val="2B1B3A"/>
                </a:solidFill>
                <a:latin typeface="Hiragino Sans" pitchFamily="34" charset="0"/>
                <a:ea typeface="Hiragino Sans" pitchFamily="34" charset="-122"/>
                <a:cs typeface="Hiragino Sans" pitchFamily="34" charset="-120"/>
              </a:rPr>
              <a:t>最大限吸収する時間</a:t>
            </a:r>
            <a:endParaRPr lang="en-US" sz="1400" dirty="0"/>
          </a:p>
        </p:txBody>
      </p:sp>
      <p:sp>
        <p:nvSpPr>
          <p:cNvPr id="37" name="Text 35"/>
          <p:cNvSpPr/>
          <p:nvPr/>
        </p:nvSpPr>
        <p:spPr>
          <a:xfrm>
            <a:off x="2944368" y="4526280"/>
            <a:ext cx="2011680" cy="566928"/>
          </a:xfrm>
          <a:prstGeom prst="rect">
            <a:avLst/>
          </a:prstGeom>
          <a:noFill/>
          <a:ln/>
        </p:spPr>
        <p:txBody>
          <a:bodyPr wrap="square" rtlCol="0" anchor="ctr">
            <a:normAutofit/>
          </a:bodyPr>
          <a:lstStyle/>
          <a:p>
            <a:pPr algn="ctr" indent="0" marL="0">
              <a:buNone/>
            </a:pPr>
            <a:r>
              <a:rPr lang="en-US" sz="1400" b="1" dirty="0">
                <a:solidFill>
                  <a:srgbClr val="2B1B3A"/>
                </a:solidFill>
                <a:latin typeface="Hiragino Sans" pitchFamily="34" charset="0"/>
                <a:ea typeface="Hiragino Sans" pitchFamily="34" charset="-122"/>
                <a:cs typeface="Hiragino Sans" pitchFamily="34" charset="-120"/>
              </a:rPr>
              <a:t>必要な方のみ</a:t>
            </a:r>
            <a:endParaRPr lang="en-US" sz="1400" dirty="0"/>
          </a:p>
          <a:p>
            <a:pPr algn="ctr" indent="0" marL="0">
              <a:buNone/>
            </a:pPr>
            <a:r>
              <a:rPr lang="en-US" sz="1400" b="1" dirty="0">
                <a:solidFill>
                  <a:srgbClr val="2B1B3A"/>
                </a:solidFill>
                <a:latin typeface="Hiragino Sans" pitchFamily="34" charset="0"/>
                <a:ea typeface="Hiragino Sans" pitchFamily="34" charset="-122"/>
                <a:cs typeface="Hiragino Sans" pitchFamily="34" charset="-120"/>
              </a:rPr>
              <a:t>本編後に実施</a:t>
            </a:r>
            <a:endParaRPr lang="en-US" sz="1400" dirty="0"/>
          </a:p>
        </p:txBody>
      </p:sp>
      <p:sp>
        <p:nvSpPr>
          <p:cNvPr id="38" name="Shape 36"/>
          <p:cNvSpPr/>
          <p:nvPr/>
        </p:nvSpPr>
        <p:spPr>
          <a:xfrm>
            <a:off x="8321040" y="960120"/>
            <a:ext cx="3429000" cy="3429000"/>
          </a:xfrm>
          <a:prstGeom prst="ellipse">
            <a:avLst/>
          </a:prstGeom>
          <a:solidFill>
            <a:srgbClr val="FFE083">
              <a:alpha val="37000"/>
            </a:srgbClr>
          </a:solidFill>
          <a:ln w="12700">
            <a:solidFill>
              <a:srgbClr val="FFE083">
                <a:alpha val="0"/>
              </a:srgbClr>
            </a:solidFill>
            <a:prstDash val="solid"/>
          </a:ln>
        </p:spPr>
      </p:sp>
      <p:sp>
        <p:nvSpPr>
          <p:cNvPr id="39" name="Shape 37"/>
          <p:cNvSpPr/>
          <p:nvPr/>
        </p:nvSpPr>
        <p:spPr>
          <a:xfrm>
            <a:off x="8823960" y="1325880"/>
            <a:ext cx="621792" cy="621792"/>
          </a:xfrm>
          <a:prstGeom prst="ellipse">
            <a:avLst/>
          </a:prstGeom>
          <a:solidFill>
            <a:srgbClr val="2A1D36"/>
          </a:solidFill>
          <a:ln w="12700">
            <a:solidFill>
              <a:srgbClr val="2A1D36">
                <a:alpha val="0"/>
              </a:srgbClr>
            </a:solidFill>
            <a:prstDash val="solid"/>
          </a:ln>
        </p:spPr>
      </p:sp>
      <p:sp>
        <p:nvSpPr>
          <p:cNvPr id="40" name="Shape 38"/>
          <p:cNvSpPr/>
          <p:nvPr/>
        </p:nvSpPr>
        <p:spPr>
          <a:xfrm rot="1080000">
            <a:off x="8577072" y="1115568"/>
            <a:ext cx="1005840" cy="731520"/>
          </a:xfrm>
          <a:prstGeom prst="arc">
            <a:avLst/>
          </a:prstGeom>
          <a:solidFill>
            <a:srgbClr val="191121">
              <a:alpha val="0"/>
            </a:srgbClr>
          </a:solidFill>
          <a:ln w="76200">
            <a:solidFill>
              <a:srgbClr val="191121"/>
            </a:solidFill>
            <a:prstDash val="solid"/>
          </a:ln>
        </p:spPr>
      </p:sp>
      <p:sp>
        <p:nvSpPr>
          <p:cNvPr id="41" name="Shape 39"/>
          <p:cNvSpPr/>
          <p:nvPr/>
        </p:nvSpPr>
        <p:spPr>
          <a:xfrm rot="5400000">
            <a:off x="8549640" y="1993392"/>
            <a:ext cx="1325880" cy="1417320"/>
          </a:xfrm>
          <a:prstGeom prst="chevron">
            <a:avLst/>
          </a:prstGeom>
          <a:solidFill>
            <a:srgbClr val="24214C"/>
          </a:solidFill>
          <a:ln w="12700">
            <a:solidFill>
              <a:srgbClr val="24214C">
                <a:alpha val="0"/>
              </a:srgbClr>
            </a:solidFill>
            <a:prstDash val="solid"/>
          </a:ln>
        </p:spPr>
      </p:sp>
      <p:sp>
        <p:nvSpPr>
          <p:cNvPr id="42" name="Shape 40"/>
          <p:cNvSpPr/>
          <p:nvPr/>
        </p:nvSpPr>
        <p:spPr>
          <a:xfrm>
            <a:off x="9646920" y="2926080"/>
            <a:ext cx="1417320" cy="822960"/>
          </a:xfrm>
          <a:prstGeom prst="rect">
            <a:avLst/>
          </a:prstGeom>
          <a:solidFill>
            <a:srgbClr val="EFEAF7"/>
          </a:solidFill>
          <a:ln w="12700">
            <a:solidFill>
              <a:srgbClr val="D3C4E8"/>
            </a:solidFill>
            <a:prstDash val="solid"/>
          </a:ln>
        </p:spPr>
      </p:sp>
      <p:sp>
        <p:nvSpPr>
          <p:cNvPr id="43" name="Shape 41"/>
          <p:cNvSpPr/>
          <p:nvPr/>
        </p:nvSpPr>
        <p:spPr>
          <a:xfrm>
            <a:off x="9464040" y="3767328"/>
            <a:ext cx="1965960" cy="146304"/>
          </a:xfrm>
          <a:prstGeom prst="rect">
            <a:avLst/>
          </a:prstGeom>
          <a:solidFill>
            <a:srgbClr val="BFC0D6"/>
          </a:solidFill>
          <a:ln w="12700">
            <a:solidFill>
              <a:srgbClr val="BFC0D6">
                <a:alpha val="0"/>
              </a:srgbClr>
            </a:solidFill>
            <a:prstDash val="solid"/>
          </a:ln>
        </p:spPr>
      </p:sp>
      <p:sp>
        <p:nvSpPr>
          <p:cNvPr id="44" name="Text 42"/>
          <p:cNvSpPr/>
          <p:nvPr/>
        </p:nvSpPr>
        <p:spPr>
          <a:xfrm>
            <a:off x="8229600" y="868680"/>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45" name="Text 43"/>
          <p:cNvSpPr/>
          <p:nvPr/>
        </p:nvSpPr>
        <p:spPr>
          <a:xfrm rot="420000">
            <a:off x="8567928" y="1353312"/>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46" name="Text 44"/>
          <p:cNvSpPr/>
          <p:nvPr/>
        </p:nvSpPr>
        <p:spPr>
          <a:xfrm rot="840000">
            <a:off x="8906256" y="1837944"/>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47" name="Text 45"/>
          <p:cNvSpPr/>
          <p:nvPr/>
        </p:nvSpPr>
        <p:spPr>
          <a:xfrm rot="1260000">
            <a:off x="9244584" y="2322576"/>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48" name="Text 46"/>
          <p:cNvSpPr/>
          <p:nvPr/>
        </p:nvSpPr>
        <p:spPr>
          <a:xfrm rot="1680000">
            <a:off x="9582912" y="2807208"/>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49" name="Text 47"/>
          <p:cNvSpPr/>
          <p:nvPr/>
        </p:nvSpPr>
        <p:spPr>
          <a:xfrm rot="2100000">
            <a:off x="9921240" y="3291840"/>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0" name="Text 48"/>
          <p:cNvSpPr/>
          <p:nvPr/>
        </p:nvSpPr>
        <p:spPr>
          <a:xfrm rot="2520000">
            <a:off x="10259568" y="3776472"/>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1" name="Text 49"/>
          <p:cNvSpPr/>
          <p:nvPr/>
        </p:nvSpPr>
        <p:spPr>
          <a:xfrm rot="2940000">
            <a:off x="10597896" y="4261104"/>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2" name="Text 50"/>
          <p:cNvSpPr/>
          <p:nvPr/>
        </p:nvSpPr>
        <p:spPr>
          <a:xfrm rot="3360000">
            <a:off x="10936224" y="1179576"/>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3" name="Text 51"/>
          <p:cNvSpPr/>
          <p:nvPr/>
        </p:nvSpPr>
        <p:spPr>
          <a:xfrm rot="3780000">
            <a:off x="11274552" y="1664208"/>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4" name="Text 52"/>
          <p:cNvSpPr/>
          <p:nvPr/>
        </p:nvSpPr>
        <p:spPr>
          <a:xfrm rot="4200000">
            <a:off x="8412480" y="2148840"/>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5" name="Text 53"/>
          <p:cNvSpPr/>
          <p:nvPr/>
        </p:nvSpPr>
        <p:spPr>
          <a:xfrm rot="4620000">
            <a:off x="8750808" y="2633472"/>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6" name="Text 54"/>
          <p:cNvSpPr/>
          <p:nvPr/>
        </p:nvSpPr>
        <p:spPr>
          <a:xfrm rot="5040000">
            <a:off x="9089136" y="3118104"/>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7" name="Text 55"/>
          <p:cNvSpPr/>
          <p:nvPr/>
        </p:nvSpPr>
        <p:spPr>
          <a:xfrm rot="5460000">
            <a:off x="9427464" y="3602736"/>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8" name="Text 56"/>
          <p:cNvSpPr/>
          <p:nvPr/>
        </p:nvSpPr>
        <p:spPr>
          <a:xfrm>
            <a:off x="530352" y="6473952"/>
            <a:ext cx="4023360" cy="164592"/>
          </a:xfrm>
          <a:prstGeom prst="rect">
            <a:avLst/>
          </a:prstGeom>
          <a:noFill/>
          <a:ln/>
        </p:spPr>
        <p:txBody>
          <a:bodyPr wrap="square" rtlCol="0" anchor="ctr"/>
          <a:lstStyle/>
          <a:p>
            <a:pPr indent="0" marL="0">
              <a:buNone/>
            </a:pPr>
            <a:r>
              <a:rPr lang="en-US" sz="800" dirty="0">
                <a:solidFill>
                  <a:srgbClr val="FBD7FF"/>
                </a:solidFill>
                <a:latin typeface="Avenir Next" pitchFamily="34" charset="0"/>
                <a:ea typeface="Avenir Next" pitchFamily="34" charset="-122"/>
                <a:cs typeface="Avenir Next" pitchFamily="34" charset="-120"/>
              </a:rPr>
              <a:t>ELITE Plan / Agent Customization Program</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9D3F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B0D8"/>
          </a:solidFill>
          <a:ln w="12700">
            <a:solidFill>
              <a:srgbClr val="F6B0D8"/>
            </a:solidFill>
            <a:prstDash val="solid"/>
          </a:ln>
        </p:spPr>
      </p:sp>
      <p:sp>
        <p:nvSpPr>
          <p:cNvPr id="3" name="Shape 1"/>
          <p:cNvSpPr/>
          <p:nvPr/>
        </p:nvSpPr>
        <p:spPr>
          <a:xfrm>
            <a:off x="0" y="0"/>
            <a:ext cx="12191695" cy="6858000"/>
          </a:xfrm>
          <a:prstGeom prst="rect">
            <a:avLst/>
          </a:prstGeom>
          <a:solidFill>
            <a:srgbClr val="7B18D8">
              <a:alpha val="48000"/>
            </a:srgbClr>
          </a:solidFill>
          <a:ln w="12700">
            <a:solidFill>
              <a:srgbClr val="7B18D8">
                <a:alpha val="0"/>
              </a:srgbClr>
            </a:solidFill>
            <a:prstDash val="solid"/>
          </a:ln>
        </p:spPr>
      </p:sp>
      <p:sp>
        <p:nvSpPr>
          <p:cNvPr id="4" name="Shape 2"/>
          <p:cNvSpPr/>
          <p:nvPr/>
        </p:nvSpPr>
        <p:spPr>
          <a:xfrm rot="20880000">
            <a:off x="-1463040" y="-731520"/>
            <a:ext cx="8412480" cy="4754880"/>
          </a:xfrm>
          <a:prstGeom prst="arc">
            <a:avLst/>
          </a:prstGeom>
          <a:solidFill>
            <a:srgbClr val="FFFFFF">
              <a:alpha val="0"/>
            </a:srgbClr>
          </a:solidFill>
          <a:ln w="27940">
            <a:solidFill>
              <a:srgbClr val="FFFFFF">
                <a:alpha val="46000"/>
              </a:srgbClr>
            </a:solidFill>
            <a:prstDash val="solid"/>
          </a:ln>
        </p:spPr>
      </p:sp>
      <p:sp>
        <p:nvSpPr>
          <p:cNvPr id="5" name="Shape 3"/>
          <p:cNvSpPr/>
          <p:nvPr/>
        </p:nvSpPr>
        <p:spPr>
          <a:xfrm rot="720000">
            <a:off x="2926080" y="182880"/>
            <a:ext cx="8046720" cy="4572000"/>
          </a:xfrm>
          <a:prstGeom prst="arc">
            <a:avLst/>
          </a:prstGeom>
          <a:solidFill>
            <a:srgbClr val="FFFFFF">
              <a:alpha val="0"/>
            </a:srgbClr>
          </a:solidFill>
          <a:ln w="17780">
            <a:solidFill>
              <a:srgbClr val="FFFFFF">
                <a:alpha val="32000"/>
              </a:srgbClr>
            </a:solidFill>
            <a:prstDash val="solid"/>
          </a:ln>
        </p:spPr>
      </p:sp>
      <p:sp>
        <p:nvSpPr>
          <p:cNvPr id="6" name="Shape 4"/>
          <p:cNvSpPr/>
          <p:nvPr/>
        </p:nvSpPr>
        <p:spPr>
          <a:xfrm>
            <a:off x="4151376" y="5687568"/>
            <a:ext cx="73152" cy="73152"/>
          </a:xfrm>
          <a:prstGeom prst="ellipse">
            <a:avLst/>
          </a:prstGeom>
          <a:solidFill>
            <a:srgbClr val="FFE083">
              <a:alpha val="80000"/>
            </a:srgbClr>
          </a:solidFill>
          <a:ln w="12700">
            <a:solidFill>
              <a:srgbClr val="FFE083">
                <a:alpha val="0"/>
              </a:srgbClr>
            </a:solidFill>
            <a:prstDash val="solid"/>
          </a:ln>
        </p:spPr>
      </p:sp>
      <p:sp>
        <p:nvSpPr>
          <p:cNvPr id="7" name="Shape 5"/>
          <p:cNvSpPr/>
          <p:nvPr/>
        </p:nvSpPr>
        <p:spPr>
          <a:xfrm>
            <a:off x="4910328" y="1271016"/>
            <a:ext cx="36576" cy="36576"/>
          </a:xfrm>
          <a:prstGeom prst="ellipse">
            <a:avLst/>
          </a:prstGeom>
          <a:solidFill>
            <a:srgbClr val="FFFFFF">
              <a:alpha val="68000"/>
            </a:srgbClr>
          </a:solidFill>
          <a:ln w="12700">
            <a:solidFill>
              <a:srgbClr val="FFFFFF">
                <a:alpha val="0"/>
              </a:srgbClr>
            </a:solidFill>
            <a:prstDash val="solid"/>
          </a:ln>
        </p:spPr>
      </p:sp>
      <p:sp>
        <p:nvSpPr>
          <p:cNvPr id="8" name="Shape 6"/>
          <p:cNvSpPr/>
          <p:nvPr/>
        </p:nvSpPr>
        <p:spPr>
          <a:xfrm>
            <a:off x="5669280" y="2523744"/>
            <a:ext cx="36576" cy="36576"/>
          </a:xfrm>
          <a:prstGeom prst="ellipse">
            <a:avLst/>
          </a:prstGeom>
          <a:solidFill>
            <a:srgbClr val="FFFFFF">
              <a:alpha val="68000"/>
            </a:srgbClr>
          </a:solidFill>
          <a:ln w="12700">
            <a:solidFill>
              <a:srgbClr val="FFFFFF">
                <a:alpha val="0"/>
              </a:srgbClr>
            </a:solidFill>
            <a:prstDash val="solid"/>
          </a:ln>
        </p:spPr>
      </p:sp>
      <p:sp>
        <p:nvSpPr>
          <p:cNvPr id="9" name="Shape 7"/>
          <p:cNvSpPr/>
          <p:nvPr/>
        </p:nvSpPr>
        <p:spPr>
          <a:xfrm>
            <a:off x="6428232" y="3776472"/>
            <a:ext cx="36576" cy="36576"/>
          </a:xfrm>
          <a:prstGeom prst="ellipse">
            <a:avLst/>
          </a:prstGeom>
          <a:solidFill>
            <a:srgbClr val="FFE083">
              <a:alpha val="80000"/>
            </a:srgbClr>
          </a:solidFill>
          <a:ln w="12700">
            <a:solidFill>
              <a:srgbClr val="FFE083">
                <a:alpha val="0"/>
              </a:srgbClr>
            </a:solidFill>
            <a:prstDash val="solid"/>
          </a:ln>
        </p:spPr>
      </p:sp>
      <p:sp>
        <p:nvSpPr>
          <p:cNvPr id="10" name="Shape 8"/>
          <p:cNvSpPr/>
          <p:nvPr/>
        </p:nvSpPr>
        <p:spPr>
          <a:xfrm>
            <a:off x="7187184" y="5029200"/>
            <a:ext cx="73152" cy="73152"/>
          </a:xfrm>
          <a:prstGeom prst="ellipse">
            <a:avLst/>
          </a:prstGeom>
          <a:solidFill>
            <a:srgbClr val="FFFFFF">
              <a:alpha val="68000"/>
            </a:srgbClr>
          </a:solidFill>
          <a:ln w="12700">
            <a:solidFill>
              <a:srgbClr val="FFFFFF">
                <a:alpha val="0"/>
              </a:srgbClr>
            </a:solidFill>
            <a:prstDash val="solid"/>
          </a:ln>
        </p:spPr>
      </p:sp>
      <p:sp>
        <p:nvSpPr>
          <p:cNvPr id="11" name="Shape 9"/>
          <p:cNvSpPr/>
          <p:nvPr/>
        </p:nvSpPr>
        <p:spPr>
          <a:xfrm>
            <a:off x="7946136" y="612648"/>
            <a:ext cx="36576" cy="36576"/>
          </a:xfrm>
          <a:prstGeom prst="ellipse">
            <a:avLst/>
          </a:prstGeom>
          <a:solidFill>
            <a:srgbClr val="FFFFFF">
              <a:alpha val="68000"/>
            </a:srgbClr>
          </a:solidFill>
          <a:ln w="12700">
            <a:solidFill>
              <a:srgbClr val="FFFFFF">
                <a:alpha val="0"/>
              </a:srgbClr>
            </a:solidFill>
            <a:prstDash val="solid"/>
          </a:ln>
        </p:spPr>
      </p:sp>
      <p:sp>
        <p:nvSpPr>
          <p:cNvPr id="12" name="Shape 10"/>
          <p:cNvSpPr/>
          <p:nvPr/>
        </p:nvSpPr>
        <p:spPr>
          <a:xfrm>
            <a:off x="8705088" y="1865376"/>
            <a:ext cx="36576" cy="36576"/>
          </a:xfrm>
          <a:prstGeom prst="ellipse">
            <a:avLst/>
          </a:prstGeom>
          <a:solidFill>
            <a:srgbClr val="FFE083">
              <a:alpha val="80000"/>
            </a:srgbClr>
          </a:solidFill>
          <a:ln w="12700">
            <a:solidFill>
              <a:srgbClr val="FFE083">
                <a:alpha val="0"/>
              </a:srgbClr>
            </a:solidFill>
            <a:prstDash val="solid"/>
          </a:ln>
        </p:spPr>
      </p:sp>
      <p:sp>
        <p:nvSpPr>
          <p:cNvPr id="13" name="Shape 11"/>
          <p:cNvSpPr/>
          <p:nvPr/>
        </p:nvSpPr>
        <p:spPr>
          <a:xfrm>
            <a:off x="9464040" y="3118104"/>
            <a:ext cx="36576" cy="36576"/>
          </a:xfrm>
          <a:prstGeom prst="ellipse">
            <a:avLst/>
          </a:prstGeom>
          <a:solidFill>
            <a:srgbClr val="FFFFFF">
              <a:alpha val="68000"/>
            </a:srgbClr>
          </a:solidFill>
          <a:ln w="12700">
            <a:solidFill>
              <a:srgbClr val="FFFFFF">
                <a:alpha val="0"/>
              </a:srgbClr>
            </a:solidFill>
            <a:prstDash val="solid"/>
          </a:ln>
        </p:spPr>
      </p:sp>
      <p:sp>
        <p:nvSpPr>
          <p:cNvPr id="14" name="Shape 12"/>
          <p:cNvSpPr/>
          <p:nvPr/>
        </p:nvSpPr>
        <p:spPr>
          <a:xfrm>
            <a:off x="10222992" y="4370832"/>
            <a:ext cx="73152" cy="73152"/>
          </a:xfrm>
          <a:prstGeom prst="ellipse">
            <a:avLst/>
          </a:prstGeom>
          <a:solidFill>
            <a:srgbClr val="FFFFFF">
              <a:alpha val="68000"/>
            </a:srgbClr>
          </a:solidFill>
          <a:ln w="12700">
            <a:solidFill>
              <a:srgbClr val="FFFFFF">
                <a:alpha val="0"/>
              </a:srgbClr>
            </a:solidFill>
            <a:prstDash val="solid"/>
          </a:ln>
        </p:spPr>
      </p:sp>
      <p:sp>
        <p:nvSpPr>
          <p:cNvPr id="15" name="Shape 13"/>
          <p:cNvSpPr/>
          <p:nvPr/>
        </p:nvSpPr>
        <p:spPr>
          <a:xfrm>
            <a:off x="466344" y="5623560"/>
            <a:ext cx="36576" cy="36576"/>
          </a:xfrm>
          <a:prstGeom prst="ellipse">
            <a:avLst/>
          </a:prstGeom>
          <a:solidFill>
            <a:srgbClr val="FFE083">
              <a:alpha val="80000"/>
            </a:srgbClr>
          </a:solidFill>
          <a:ln w="12700">
            <a:solidFill>
              <a:srgbClr val="FFE083">
                <a:alpha val="0"/>
              </a:srgbClr>
            </a:solidFill>
            <a:prstDash val="solid"/>
          </a:ln>
        </p:spPr>
      </p:sp>
      <p:sp>
        <p:nvSpPr>
          <p:cNvPr id="16" name="Shape 14"/>
          <p:cNvSpPr/>
          <p:nvPr/>
        </p:nvSpPr>
        <p:spPr>
          <a:xfrm>
            <a:off x="1225296" y="1207008"/>
            <a:ext cx="36576" cy="36576"/>
          </a:xfrm>
          <a:prstGeom prst="ellipse">
            <a:avLst/>
          </a:prstGeom>
          <a:solidFill>
            <a:srgbClr val="FFFFFF">
              <a:alpha val="68000"/>
            </a:srgbClr>
          </a:solidFill>
          <a:ln w="12700">
            <a:solidFill>
              <a:srgbClr val="FFFFFF">
                <a:alpha val="0"/>
              </a:srgbClr>
            </a:solidFill>
            <a:prstDash val="solid"/>
          </a:ln>
        </p:spPr>
      </p:sp>
      <p:sp>
        <p:nvSpPr>
          <p:cNvPr id="17" name="Shape 15"/>
          <p:cNvSpPr/>
          <p:nvPr/>
        </p:nvSpPr>
        <p:spPr>
          <a:xfrm>
            <a:off x="1984248" y="2459736"/>
            <a:ext cx="36576" cy="36576"/>
          </a:xfrm>
          <a:prstGeom prst="ellipse">
            <a:avLst/>
          </a:prstGeom>
          <a:solidFill>
            <a:srgbClr val="FFFFFF">
              <a:alpha val="68000"/>
            </a:srgbClr>
          </a:solidFill>
          <a:ln w="12700">
            <a:solidFill>
              <a:srgbClr val="FFFFFF">
                <a:alpha val="0"/>
              </a:srgbClr>
            </a:solidFill>
            <a:prstDash val="solid"/>
          </a:ln>
        </p:spPr>
      </p:sp>
      <p:sp>
        <p:nvSpPr>
          <p:cNvPr id="18" name="Shape 16"/>
          <p:cNvSpPr/>
          <p:nvPr/>
        </p:nvSpPr>
        <p:spPr>
          <a:xfrm>
            <a:off x="2743200" y="3712464"/>
            <a:ext cx="73152" cy="73152"/>
          </a:xfrm>
          <a:prstGeom prst="ellipse">
            <a:avLst/>
          </a:prstGeom>
          <a:solidFill>
            <a:srgbClr val="FFE083">
              <a:alpha val="80000"/>
            </a:srgbClr>
          </a:solidFill>
          <a:ln w="12700">
            <a:solidFill>
              <a:srgbClr val="FFE083">
                <a:alpha val="0"/>
              </a:srgbClr>
            </a:solidFill>
            <a:prstDash val="solid"/>
          </a:ln>
        </p:spPr>
      </p:sp>
      <p:sp>
        <p:nvSpPr>
          <p:cNvPr id="19" name="Shape 17"/>
          <p:cNvSpPr/>
          <p:nvPr/>
        </p:nvSpPr>
        <p:spPr>
          <a:xfrm>
            <a:off x="3502152" y="4965192"/>
            <a:ext cx="36576" cy="36576"/>
          </a:xfrm>
          <a:prstGeom prst="ellipse">
            <a:avLst/>
          </a:prstGeom>
          <a:solidFill>
            <a:srgbClr val="FFFFFF">
              <a:alpha val="68000"/>
            </a:srgbClr>
          </a:solidFill>
          <a:ln w="12700">
            <a:solidFill>
              <a:srgbClr val="FFFFFF">
                <a:alpha val="0"/>
              </a:srgbClr>
            </a:solidFill>
            <a:prstDash val="solid"/>
          </a:ln>
        </p:spPr>
      </p:sp>
      <p:sp>
        <p:nvSpPr>
          <p:cNvPr id="20" name="Shape 18"/>
          <p:cNvSpPr/>
          <p:nvPr/>
        </p:nvSpPr>
        <p:spPr>
          <a:xfrm>
            <a:off x="4261104" y="548640"/>
            <a:ext cx="36576" cy="36576"/>
          </a:xfrm>
          <a:prstGeom prst="ellipse">
            <a:avLst/>
          </a:prstGeom>
          <a:solidFill>
            <a:srgbClr val="FFFFFF">
              <a:alpha val="68000"/>
            </a:srgbClr>
          </a:solidFill>
          <a:ln w="12700">
            <a:solidFill>
              <a:srgbClr val="FFFFFF">
                <a:alpha val="0"/>
              </a:srgbClr>
            </a:solidFill>
            <a:prstDash val="solid"/>
          </a:ln>
        </p:spPr>
      </p:sp>
      <p:sp>
        <p:nvSpPr>
          <p:cNvPr id="21" name="Shape 19"/>
          <p:cNvSpPr/>
          <p:nvPr/>
        </p:nvSpPr>
        <p:spPr>
          <a:xfrm>
            <a:off x="5020056" y="1801368"/>
            <a:ext cx="36576" cy="36576"/>
          </a:xfrm>
          <a:prstGeom prst="ellipse">
            <a:avLst/>
          </a:prstGeom>
          <a:solidFill>
            <a:srgbClr val="FFE083">
              <a:alpha val="80000"/>
            </a:srgbClr>
          </a:solidFill>
          <a:ln w="12700">
            <a:solidFill>
              <a:srgbClr val="FFE083">
                <a:alpha val="0"/>
              </a:srgbClr>
            </a:solidFill>
            <a:prstDash val="solid"/>
          </a:ln>
        </p:spPr>
      </p:sp>
      <p:sp>
        <p:nvSpPr>
          <p:cNvPr id="22" name="Shape 20"/>
          <p:cNvSpPr/>
          <p:nvPr/>
        </p:nvSpPr>
        <p:spPr>
          <a:xfrm>
            <a:off x="5779008" y="3054096"/>
            <a:ext cx="73152" cy="73152"/>
          </a:xfrm>
          <a:prstGeom prst="ellipse">
            <a:avLst/>
          </a:prstGeom>
          <a:solidFill>
            <a:srgbClr val="FFFFFF">
              <a:alpha val="68000"/>
            </a:srgbClr>
          </a:solidFill>
          <a:ln w="12700">
            <a:solidFill>
              <a:srgbClr val="FFFFFF">
                <a:alpha val="0"/>
              </a:srgbClr>
            </a:solidFill>
            <a:prstDash val="solid"/>
          </a:ln>
        </p:spPr>
      </p:sp>
      <p:sp>
        <p:nvSpPr>
          <p:cNvPr id="23" name="Shape 21"/>
          <p:cNvSpPr/>
          <p:nvPr/>
        </p:nvSpPr>
        <p:spPr>
          <a:xfrm>
            <a:off x="6537960" y="4306824"/>
            <a:ext cx="36576" cy="36576"/>
          </a:xfrm>
          <a:prstGeom prst="ellipse">
            <a:avLst/>
          </a:prstGeom>
          <a:solidFill>
            <a:srgbClr val="FFFFFF">
              <a:alpha val="68000"/>
            </a:srgbClr>
          </a:solidFill>
          <a:ln w="12700">
            <a:solidFill>
              <a:srgbClr val="FFFFFF">
                <a:alpha val="0"/>
              </a:srgbClr>
            </a:solidFill>
            <a:prstDash val="solid"/>
          </a:ln>
        </p:spPr>
      </p:sp>
      <p:sp>
        <p:nvSpPr>
          <p:cNvPr id="24" name="Shape 22"/>
          <p:cNvSpPr/>
          <p:nvPr/>
        </p:nvSpPr>
        <p:spPr>
          <a:xfrm>
            <a:off x="0" y="6364224"/>
            <a:ext cx="12191695" cy="493776"/>
          </a:xfrm>
          <a:prstGeom prst="rect">
            <a:avLst/>
          </a:prstGeom>
          <a:solidFill>
            <a:srgbClr val="33004F">
              <a:alpha val="88000"/>
            </a:srgbClr>
          </a:solidFill>
          <a:ln w="12700">
            <a:solidFill>
              <a:srgbClr val="33004F">
                <a:alpha val="0"/>
              </a:srgbClr>
            </a:solidFill>
            <a:prstDash val="solid"/>
          </a:ln>
        </p:spPr>
      </p:sp>
      <p:sp>
        <p:nvSpPr>
          <p:cNvPr id="25" name="Shape 23"/>
          <p:cNvSpPr/>
          <p:nvPr/>
        </p:nvSpPr>
        <p:spPr>
          <a:xfrm>
            <a:off x="502920" y="384048"/>
            <a:ext cx="4526280" cy="530352"/>
          </a:xfrm>
          <a:prstGeom prst="rect">
            <a:avLst/>
          </a:prstGeom>
          <a:solidFill>
            <a:srgbClr val="FFFFFF">
              <a:alpha val="96000"/>
            </a:srgbClr>
          </a:solidFill>
          <a:ln w="12700">
            <a:solidFill>
              <a:srgbClr val="FFFFFF">
                <a:alpha val="0"/>
              </a:srgbClr>
            </a:solidFill>
            <a:prstDash val="solid"/>
          </a:ln>
        </p:spPr>
      </p:sp>
      <p:sp>
        <p:nvSpPr>
          <p:cNvPr id="26" name="Text 24"/>
          <p:cNvSpPr/>
          <p:nvPr/>
        </p:nvSpPr>
        <p:spPr>
          <a:xfrm>
            <a:off x="658368" y="484632"/>
            <a:ext cx="4160520" cy="256032"/>
          </a:xfrm>
          <a:prstGeom prst="rect">
            <a:avLst/>
          </a:prstGeom>
          <a:noFill/>
          <a:ln/>
        </p:spPr>
        <p:txBody>
          <a:bodyPr wrap="square" rtlCol="0" anchor="ctr">
            <a:normAutofit/>
          </a:bodyPr>
          <a:lstStyle/>
          <a:p>
            <a:pPr indent="0" marL="0">
              <a:buNone/>
            </a:pPr>
            <a:r>
              <a:rPr lang="en-US" sz="1600" b="1" dirty="0">
                <a:solidFill>
                  <a:srgbClr val="E8005A"/>
                </a:solidFill>
                <a:latin typeface="Hiragino Sans" pitchFamily="34" charset="0"/>
                <a:ea typeface="Hiragino Sans" pitchFamily="34" charset="-122"/>
                <a:cs typeface="Hiragino Sans" pitchFamily="34" charset="-120"/>
              </a:rPr>
              <a:t>ELITE プラン 特別ページ  /  15</a:t>
            </a:r>
            <a:endParaRPr lang="en-US" sz="1600" dirty="0"/>
          </a:p>
        </p:txBody>
      </p:sp>
      <p:sp>
        <p:nvSpPr>
          <p:cNvPr id="27" name="Shape 25"/>
          <p:cNvSpPr/>
          <p:nvPr/>
        </p:nvSpPr>
        <p:spPr>
          <a:xfrm>
            <a:off x="502920" y="1143000"/>
            <a:ext cx="6995160" cy="822960"/>
          </a:xfrm>
          <a:prstGeom prst="rect">
            <a:avLst/>
          </a:prstGeom>
          <a:solidFill>
            <a:srgbClr val="E8005A"/>
          </a:solidFill>
          <a:ln w="12700">
            <a:solidFill>
              <a:srgbClr val="E8005A">
                <a:alpha val="0"/>
              </a:srgbClr>
            </a:solidFill>
            <a:prstDash val="solid"/>
          </a:ln>
        </p:spPr>
      </p:sp>
      <p:sp>
        <p:nvSpPr>
          <p:cNvPr id="28" name="Shape 26"/>
          <p:cNvSpPr/>
          <p:nvPr/>
        </p:nvSpPr>
        <p:spPr>
          <a:xfrm>
            <a:off x="6903720" y="1143000"/>
            <a:ext cx="1737360" cy="822960"/>
          </a:xfrm>
          <a:prstGeom prst="rect">
            <a:avLst/>
          </a:prstGeom>
          <a:solidFill>
            <a:srgbClr val="B00083"/>
          </a:solidFill>
          <a:ln w="12700">
            <a:solidFill>
              <a:srgbClr val="B00083">
                <a:alpha val="0"/>
              </a:srgbClr>
            </a:solidFill>
            <a:prstDash val="solid"/>
          </a:ln>
        </p:spPr>
      </p:sp>
      <p:sp>
        <p:nvSpPr>
          <p:cNvPr id="29" name="Text 27"/>
          <p:cNvSpPr/>
          <p:nvPr/>
        </p:nvSpPr>
        <p:spPr>
          <a:xfrm>
            <a:off x="749808" y="1271016"/>
            <a:ext cx="7086600" cy="438912"/>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Hiragino Sans" pitchFamily="34" charset="0"/>
                <a:ea typeface="Hiragino Sans" pitchFamily="34" charset="-122"/>
                <a:cs typeface="Hiragino Sans" pitchFamily="34" charset="-120"/>
              </a:rPr>
              <a:t>90日後に目指す状態</a:t>
            </a:r>
            <a:endParaRPr lang="en-US" sz="2900" dirty="0"/>
          </a:p>
        </p:txBody>
      </p:sp>
      <p:sp>
        <p:nvSpPr>
          <p:cNvPr id="30" name="Text 28"/>
          <p:cNvSpPr/>
          <p:nvPr/>
        </p:nvSpPr>
        <p:spPr>
          <a:xfrm>
            <a:off x="566928" y="2249424"/>
            <a:ext cx="4297680" cy="310896"/>
          </a:xfrm>
          <a:prstGeom prst="rect">
            <a:avLst/>
          </a:prstGeom>
          <a:noFill/>
          <a:ln/>
        </p:spPr>
        <p:txBody>
          <a:bodyPr wrap="square" rtlCol="0" anchor="ctr">
            <a:normAutofit/>
          </a:bodyPr>
          <a:lstStyle/>
          <a:p>
            <a:pPr indent="0" marL="0">
              <a:buNone/>
            </a:pPr>
            <a:r>
              <a:rPr lang="en-US" sz="1400" b="1" dirty="0">
                <a:solidFill>
                  <a:srgbClr val="E8005A"/>
                </a:solidFill>
                <a:latin typeface="Hiragino Sans" pitchFamily="34" charset="0"/>
                <a:ea typeface="Hiragino Sans" pitchFamily="34" charset="-122"/>
                <a:cs typeface="Hiragino Sans" pitchFamily="34" charset="-120"/>
              </a:rPr>
              <a:t>人的資本を持ったスタート地点へ</a:t>
            </a:r>
            <a:endParaRPr lang="en-US" sz="1400" dirty="0"/>
          </a:p>
        </p:txBody>
      </p:sp>
      <p:sp>
        <p:nvSpPr>
          <p:cNvPr id="31" name="Text 29"/>
          <p:cNvSpPr/>
          <p:nvPr/>
        </p:nvSpPr>
        <p:spPr>
          <a:xfrm>
            <a:off x="566928" y="2596896"/>
            <a:ext cx="6217920" cy="987552"/>
          </a:xfrm>
          <a:prstGeom prst="rect">
            <a:avLst/>
          </a:prstGeom>
          <a:noFill/>
          <a:ln/>
        </p:spPr>
        <p:txBody>
          <a:bodyPr wrap="square" rtlCol="0" anchor="ctr">
            <a:normAutofit/>
          </a:bodyPr>
          <a:lstStyle/>
          <a:p>
            <a:pPr indent="0" marL="0">
              <a:buNone/>
            </a:pPr>
            <a:r>
              <a:rPr lang="en-US" sz="2500" b="1" dirty="0">
                <a:solidFill>
                  <a:srgbClr val="2B1B3A"/>
                </a:solidFill>
                <a:latin typeface="Hiragino Sans" pitchFamily="34" charset="0"/>
                <a:ea typeface="Hiragino Sans" pitchFamily="34" charset="-122"/>
                <a:cs typeface="Hiragino Sans" pitchFamily="34" charset="-120"/>
              </a:rPr>
              <a:t>設計・実装・価値化・改善・提案ができる状態を目指す。</a:t>
            </a:r>
            <a:endParaRPr lang="en-US" sz="2500" dirty="0"/>
          </a:p>
        </p:txBody>
      </p:sp>
      <p:sp>
        <p:nvSpPr>
          <p:cNvPr id="32" name="Shape 30"/>
          <p:cNvSpPr/>
          <p:nvPr/>
        </p:nvSpPr>
        <p:spPr>
          <a:xfrm>
            <a:off x="2679192" y="2962656"/>
            <a:ext cx="950976" cy="566928"/>
          </a:xfrm>
          <a:prstGeom prst="ellipse">
            <a:avLst/>
          </a:prstGeom>
          <a:solidFill>
            <a:srgbClr val="E8005A"/>
          </a:solidFill>
          <a:ln w="12700">
            <a:solidFill>
              <a:srgbClr val="FFFFFF">
                <a:alpha val="0"/>
              </a:srgbClr>
            </a:solidFill>
            <a:prstDash val="solid"/>
          </a:ln>
        </p:spPr>
      </p:sp>
      <p:sp>
        <p:nvSpPr>
          <p:cNvPr id="33" name="Text 31"/>
          <p:cNvSpPr/>
          <p:nvPr/>
        </p:nvSpPr>
        <p:spPr>
          <a:xfrm>
            <a:off x="2743200" y="3154680"/>
            <a:ext cx="822960" cy="164592"/>
          </a:xfrm>
          <a:prstGeom prst="rect">
            <a:avLst/>
          </a:prstGeom>
          <a:noFill/>
          <a:ln/>
        </p:spPr>
        <p:txBody>
          <a:bodyPr wrap="square" lIns="0" tIns="0" rIns="0" bIns="0" rtlCol="0" anchor="ctr">
            <a:normAutofit/>
          </a:bodyPr>
          <a:lstStyle/>
          <a:p>
            <a:pPr algn="ctr" indent="0" marL="0">
              <a:buNone/>
            </a:pPr>
            <a:r>
              <a:rPr lang="en-US" sz="1080" b="1" dirty="0">
                <a:solidFill>
                  <a:srgbClr val="FFFFFF"/>
                </a:solidFill>
                <a:latin typeface="Hiragino Sans" pitchFamily="34" charset="0"/>
                <a:ea typeface="Hiragino Sans" pitchFamily="34" charset="-122"/>
                <a:cs typeface="Hiragino Sans" pitchFamily="34" charset="-120"/>
              </a:rPr>
              <a:t>設計できる</a:t>
            </a:r>
            <a:endParaRPr lang="en-US" sz="1080" dirty="0"/>
          </a:p>
        </p:txBody>
      </p:sp>
      <p:sp>
        <p:nvSpPr>
          <p:cNvPr id="34" name="Shape 32"/>
          <p:cNvSpPr/>
          <p:nvPr/>
        </p:nvSpPr>
        <p:spPr>
          <a:xfrm>
            <a:off x="4461966" y="3752450"/>
            <a:ext cx="950976" cy="566928"/>
          </a:xfrm>
          <a:prstGeom prst="ellipse">
            <a:avLst/>
          </a:prstGeom>
          <a:solidFill>
            <a:srgbClr val="FFFFFF">
              <a:alpha val="96000"/>
            </a:srgbClr>
          </a:solidFill>
          <a:ln w="12700">
            <a:solidFill>
              <a:srgbClr val="FFFFFF">
                <a:alpha val="0"/>
              </a:srgbClr>
            </a:solidFill>
            <a:prstDash val="solid"/>
          </a:ln>
        </p:spPr>
      </p:sp>
      <p:sp>
        <p:nvSpPr>
          <p:cNvPr id="35" name="Text 33"/>
          <p:cNvSpPr/>
          <p:nvPr/>
        </p:nvSpPr>
        <p:spPr>
          <a:xfrm>
            <a:off x="4525974" y="3944474"/>
            <a:ext cx="822960" cy="164592"/>
          </a:xfrm>
          <a:prstGeom prst="rect">
            <a:avLst/>
          </a:prstGeom>
          <a:noFill/>
          <a:ln/>
        </p:spPr>
        <p:txBody>
          <a:bodyPr wrap="square" lIns="0" tIns="0" rIns="0" bIns="0" rtlCol="0" anchor="ctr">
            <a:normAutofit/>
          </a:bodyPr>
          <a:lstStyle/>
          <a:p>
            <a:pPr algn="ctr" indent="0" marL="0">
              <a:buNone/>
            </a:pPr>
            <a:r>
              <a:rPr lang="en-US" sz="1080" b="1" dirty="0">
                <a:solidFill>
                  <a:srgbClr val="2B1B3A"/>
                </a:solidFill>
                <a:latin typeface="Hiragino Sans" pitchFamily="34" charset="0"/>
                <a:ea typeface="Hiragino Sans" pitchFamily="34" charset="-122"/>
                <a:cs typeface="Hiragino Sans" pitchFamily="34" charset="-120"/>
              </a:rPr>
              <a:t>作れる</a:t>
            </a:r>
            <a:endParaRPr lang="en-US" sz="1080" dirty="0"/>
          </a:p>
        </p:txBody>
      </p:sp>
      <p:sp>
        <p:nvSpPr>
          <p:cNvPr id="36" name="Shape 34"/>
          <p:cNvSpPr/>
          <p:nvPr/>
        </p:nvSpPr>
        <p:spPr>
          <a:xfrm>
            <a:off x="3781007" y="5030362"/>
            <a:ext cx="950976" cy="566928"/>
          </a:xfrm>
          <a:prstGeom prst="ellipse">
            <a:avLst/>
          </a:prstGeom>
          <a:solidFill>
            <a:srgbClr val="FFFFFF">
              <a:alpha val="96000"/>
            </a:srgbClr>
          </a:solidFill>
          <a:ln w="12700">
            <a:solidFill>
              <a:srgbClr val="FFFFFF">
                <a:alpha val="0"/>
              </a:srgbClr>
            </a:solidFill>
            <a:prstDash val="solid"/>
          </a:ln>
        </p:spPr>
      </p:sp>
      <p:sp>
        <p:nvSpPr>
          <p:cNvPr id="37" name="Text 35"/>
          <p:cNvSpPr/>
          <p:nvPr/>
        </p:nvSpPr>
        <p:spPr>
          <a:xfrm>
            <a:off x="3845015" y="5222386"/>
            <a:ext cx="822960" cy="164592"/>
          </a:xfrm>
          <a:prstGeom prst="rect">
            <a:avLst/>
          </a:prstGeom>
          <a:noFill/>
          <a:ln/>
        </p:spPr>
        <p:txBody>
          <a:bodyPr wrap="square" lIns="0" tIns="0" rIns="0" bIns="0" rtlCol="0" anchor="ctr">
            <a:normAutofit/>
          </a:bodyPr>
          <a:lstStyle/>
          <a:p>
            <a:pPr algn="ctr" indent="0" marL="0">
              <a:buNone/>
            </a:pPr>
            <a:r>
              <a:rPr lang="en-US" sz="1080" b="1" dirty="0">
                <a:solidFill>
                  <a:srgbClr val="2B1B3A"/>
                </a:solidFill>
                <a:latin typeface="Hiragino Sans" pitchFamily="34" charset="0"/>
                <a:ea typeface="Hiragino Sans" pitchFamily="34" charset="-122"/>
                <a:cs typeface="Hiragino Sans" pitchFamily="34" charset="-120"/>
              </a:rPr>
              <a:t>価値化できる</a:t>
            </a:r>
            <a:endParaRPr lang="en-US" sz="1080" dirty="0"/>
          </a:p>
        </p:txBody>
      </p:sp>
      <p:sp>
        <p:nvSpPr>
          <p:cNvPr id="38" name="Shape 36"/>
          <p:cNvSpPr/>
          <p:nvPr/>
        </p:nvSpPr>
        <p:spPr>
          <a:xfrm>
            <a:off x="1577377" y="5030362"/>
            <a:ext cx="950976" cy="566928"/>
          </a:xfrm>
          <a:prstGeom prst="ellipse">
            <a:avLst/>
          </a:prstGeom>
          <a:solidFill>
            <a:srgbClr val="FFFFFF">
              <a:alpha val="96000"/>
            </a:srgbClr>
          </a:solidFill>
          <a:ln w="12700">
            <a:solidFill>
              <a:srgbClr val="FFFFFF">
                <a:alpha val="0"/>
              </a:srgbClr>
            </a:solidFill>
            <a:prstDash val="solid"/>
          </a:ln>
        </p:spPr>
      </p:sp>
      <p:sp>
        <p:nvSpPr>
          <p:cNvPr id="39" name="Text 37"/>
          <p:cNvSpPr/>
          <p:nvPr/>
        </p:nvSpPr>
        <p:spPr>
          <a:xfrm>
            <a:off x="1641385" y="5222386"/>
            <a:ext cx="822960" cy="164592"/>
          </a:xfrm>
          <a:prstGeom prst="rect">
            <a:avLst/>
          </a:prstGeom>
          <a:noFill/>
          <a:ln/>
        </p:spPr>
        <p:txBody>
          <a:bodyPr wrap="square" lIns="0" tIns="0" rIns="0" bIns="0" rtlCol="0" anchor="ctr">
            <a:normAutofit/>
          </a:bodyPr>
          <a:lstStyle/>
          <a:p>
            <a:pPr algn="ctr" indent="0" marL="0">
              <a:buNone/>
            </a:pPr>
            <a:r>
              <a:rPr lang="en-US" sz="1080" b="1" dirty="0">
                <a:solidFill>
                  <a:srgbClr val="2B1B3A"/>
                </a:solidFill>
                <a:latin typeface="Hiragino Sans" pitchFamily="34" charset="0"/>
                <a:ea typeface="Hiragino Sans" pitchFamily="34" charset="-122"/>
                <a:cs typeface="Hiragino Sans" pitchFamily="34" charset="-120"/>
              </a:rPr>
              <a:t>改善できる</a:t>
            </a:r>
            <a:endParaRPr lang="en-US" sz="1080" dirty="0"/>
          </a:p>
        </p:txBody>
      </p:sp>
      <p:sp>
        <p:nvSpPr>
          <p:cNvPr id="40" name="Shape 38"/>
          <p:cNvSpPr/>
          <p:nvPr/>
        </p:nvSpPr>
        <p:spPr>
          <a:xfrm>
            <a:off x="896418" y="3752450"/>
            <a:ext cx="950976" cy="566928"/>
          </a:xfrm>
          <a:prstGeom prst="ellipse">
            <a:avLst/>
          </a:prstGeom>
          <a:solidFill>
            <a:srgbClr val="FFFFFF">
              <a:alpha val="96000"/>
            </a:srgbClr>
          </a:solidFill>
          <a:ln w="12700">
            <a:solidFill>
              <a:srgbClr val="FFFFFF">
                <a:alpha val="0"/>
              </a:srgbClr>
            </a:solidFill>
            <a:prstDash val="solid"/>
          </a:ln>
        </p:spPr>
      </p:sp>
      <p:sp>
        <p:nvSpPr>
          <p:cNvPr id="41" name="Text 39"/>
          <p:cNvSpPr/>
          <p:nvPr/>
        </p:nvSpPr>
        <p:spPr>
          <a:xfrm>
            <a:off x="960426" y="3944474"/>
            <a:ext cx="822960" cy="164592"/>
          </a:xfrm>
          <a:prstGeom prst="rect">
            <a:avLst/>
          </a:prstGeom>
          <a:noFill/>
          <a:ln/>
        </p:spPr>
        <p:txBody>
          <a:bodyPr wrap="square" lIns="0" tIns="0" rIns="0" bIns="0" rtlCol="0" anchor="ctr">
            <a:normAutofit/>
          </a:bodyPr>
          <a:lstStyle/>
          <a:p>
            <a:pPr algn="ctr" indent="0" marL="0">
              <a:buNone/>
            </a:pPr>
            <a:r>
              <a:rPr lang="en-US" sz="1080" b="1" dirty="0">
                <a:solidFill>
                  <a:srgbClr val="2B1B3A"/>
                </a:solidFill>
                <a:latin typeface="Hiragino Sans" pitchFamily="34" charset="0"/>
                <a:ea typeface="Hiragino Sans" pitchFamily="34" charset="-122"/>
                <a:cs typeface="Hiragino Sans" pitchFamily="34" charset="-120"/>
              </a:rPr>
              <a:t>提案できる</a:t>
            </a:r>
            <a:endParaRPr lang="en-US" sz="1080" dirty="0"/>
          </a:p>
        </p:txBody>
      </p:sp>
      <p:sp>
        <p:nvSpPr>
          <p:cNvPr id="42" name="Shape 40"/>
          <p:cNvSpPr/>
          <p:nvPr/>
        </p:nvSpPr>
        <p:spPr>
          <a:xfrm>
            <a:off x="8321040" y="960120"/>
            <a:ext cx="3429000" cy="3429000"/>
          </a:xfrm>
          <a:prstGeom prst="ellipse">
            <a:avLst/>
          </a:prstGeom>
          <a:solidFill>
            <a:srgbClr val="FFE083">
              <a:alpha val="37000"/>
            </a:srgbClr>
          </a:solidFill>
          <a:ln w="12700">
            <a:solidFill>
              <a:srgbClr val="FFE083">
                <a:alpha val="0"/>
              </a:srgbClr>
            </a:solidFill>
            <a:prstDash val="solid"/>
          </a:ln>
        </p:spPr>
      </p:sp>
      <p:sp>
        <p:nvSpPr>
          <p:cNvPr id="43" name="Shape 41"/>
          <p:cNvSpPr/>
          <p:nvPr/>
        </p:nvSpPr>
        <p:spPr>
          <a:xfrm>
            <a:off x="8823960" y="1325880"/>
            <a:ext cx="621792" cy="621792"/>
          </a:xfrm>
          <a:prstGeom prst="ellipse">
            <a:avLst/>
          </a:prstGeom>
          <a:solidFill>
            <a:srgbClr val="2A1D36"/>
          </a:solidFill>
          <a:ln w="12700">
            <a:solidFill>
              <a:srgbClr val="2A1D36">
                <a:alpha val="0"/>
              </a:srgbClr>
            </a:solidFill>
            <a:prstDash val="solid"/>
          </a:ln>
        </p:spPr>
      </p:sp>
      <p:sp>
        <p:nvSpPr>
          <p:cNvPr id="44" name="Shape 42"/>
          <p:cNvSpPr/>
          <p:nvPr/>
        </p:nvSpPr>
        <p:spPr>
          <a:xfrm rot="1080000">
            <a:off x="8577072" y="1115568"/>
            <a:ext cx="1005840" cy="731520"/>
          </a:xfrm>
          <a:prstGeom prst="arc">
            <a:avLst/>
          </a:prstGeom>
          <a:solidFill>
            <a:srgbClr val="191121">
              <a:alpha val="0"/>
            </a:srgbClr>
          </a:solidFill>
          <a:ln w="76200">
            <a:solidFill>
              <a:srgbClr val="191121"/>
            </a:solidFill>
            <a:prstDash val="solid"/>
          </a:ln>
        </p:spPr>
      </p:sp>
      <p:sp>
        <p:nvSpPr>
          <p:cNvPr id="45" name="Shape 43"/>
          <p:cNvSpPr/>
          <p:nvPr/>
        </p:nvSpPr>
        <p:spPr>
          <a:xfrm rot="5400000">
            <a:off x="8549640" y="1993392"/>
            <a:ext cx="1325880" cy="1417320"/>
          </a:xfrm>
          <a:prstGeom prst="chevron">
            <a:avLst/>
          </a:prstGeom>
          <a:solidFill>
            <a:srgbClr val="24214C"/>
          </a:solidFill>
          <a:ln w="12700">
            <a:solidFill>
              <a:srgbClr val="24214C">
                <a:alpha val="0"/>
              </a:srgbClr>
            </a:solidFill>
            <a:prstDash val="solid"/>
          </a:ln>
        </p:spPr>
      </p:sp>
      <p:sp>
        <p:nvSpPr>
          <p:cNvPr id="46" name="Shape 44"/>
          <p:cNvSpPr/>
          <p:nvPr/>
        </p:nvSpPr>
        <p:spPr>
          <a:xfrm>
            <a:off x="9646920" y="2926080"/>
            <a:ext cx="1417320" cy="822960"/>
          </a:xfrm>
          <a:prstGeom prst="rect">
            <a:avLst/>
          </a:prstGeom>
          <a:solidFill>
            <a:srgbClr val="EFEAF7"/>
          </a:solidFill>
          <a:ln w="12700">
            <a:solidFill>
              <a:srgbClr val="D3C4E8"/>
            </a:solidFill>
            <a:prstDash val="solid"/>
          </a:ln>
        </p:spPr>
      </p:sp>
      <p:sp>
        <p:nvSpPr>
          <p:cNvPr id="47" name="Shape 45"/>
          <p:cNvSpPr/>
          <p:nvPr/>
        </p:nvSpPr>
        <p:spPr>
          <a:xfrm>
            <a:off x="9464040" y="3767328"/>
            <a:ext cx="1965960" cy="146304"/>
          </a:xfrm>
          <a:prstGeom prst="rect">
            <a:avLst/>
          </a:prstGeom>
          <a:solidFill>
            <a:srgbClr val="BFC0D6"/>
          </a:solidFill>
          <a:ln w="12700">
            <a:solidFill>
              <a:srgbClr val="BFC0D6">
                <a:alpha val="0"/>
              </a:srgbClr>
            </a:solidFill>
            <a:prstDash val="solid"/>
          </a:ln>
        </p:spPr>
      </p:sp>
      <p:sp>
        <p:nvSpPr>
          <p:cNvPr id="48" name="Text 46"/>
          <p:cNvSpPr/>
          <p:nvPr/>
        </p:nvSpPr>
        <p:spPr>
          <a:xfrm>
            <a:off x="8229600" y="868680"/>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49" name="Text 47"/>
          <p:cNvSpPr/>
          <p:nvPr/>
        </p:nvSpPr>
        <p:spPr>
          <a:xfrm rot="420000">
            <a:off x="8567928" y="1353312"/>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0" name="Text 48"/>
          <p:cNvSpPr/>
          <p:nvPr/>
        </p:nvSpPr>
        <p:spPr>
          <a:xfrm rot="840000">
            <a:off x="8906256" y="1837944"/>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1" name="Text 49"/>
          <p:cNvSpPr/>
          <p:nvPr/>
        </p:nvSpPr>
        <p:spPr>
          <a:xfrm rot="1260000">
            <a:off x="9244584" y="2322576"/>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2" name="Text 50"/>
          <p:cNvSpPr/>
          <p:nvPr/>
        </p:nvSpPr>
        <p:spPr>
          <a:xfrm rot="1680000">
            <a:off x="9582912" y="2807208"/>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3" name="Text 51"/>
          <p:cNvSpPr/>
          <p:nvPr/>
        </p:nvSpPr>
        <p:spPr>
          <a:xfrm rot="2100000">
            <a:off x="9921240" y="3291840"/>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4" name="Text 52"/>
          <p:cNvSpPr/>
          <p:nvPr/>
        </p:nvSpPr>
        <p:spPr>
          <a:xfrm rot="2520000">
            <a:off x="10259568" y="3776472"/>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5" name="Text 53"/>
          <p:cNvSpPr/>
          <p:nvPr/>
        </p:nvSpPr>
        <p:spPr>
          <a:xfrm rot="2940000">
            <a:off x="10597896" y="4261104"/>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6" name="Text 54"/>
          <p:cNvSpPr/>
          <p:nvPr/>
        </p:nvSpPr>
        <p:spPr>
          <a:xfrm rot="3360000">
            <a:off x="10936224" y="1179576"/>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7" name="Text 55"/>
          <p:cNvSpPr/>
          <p:nvPr/>
        </p:nvSpPr>
        <p:spPr>
          <a:xfrm rot="3780000">
            <a:off x="11274552" y="1664208"/>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8" name="Text 56"/>
          <p:cNvSpPr/>
          <p:nvPr/>
        </p:nvSpPr>
        <p:spPr>
          <a:xfrm rot="4200000">
            <a:off x="8412480" y="2148840"/>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9" name="Text 57"/>
          <p:cNvSpPr/>
          <p:nvPr/>
        </p:nvSpPr>
        <p:spPr>
          <a:xfrm rot="4620000">
            <a:off x="8750808" y="2633472"/>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60" name="Text 58"/>
          <p:cNvSpPr/>
          <p:nvPr/>
        </p:nvSpPr>
        <p:spPr>
          <a:xfrm rot="5040000">
            <a:off x="9089136" y="3118104"/>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61" name="Text 59"/>
          <p:cNvSpPr/>
          <p:nvPr/>
        </p:nvSpPr>
        <p:spPr>
          <a:xfrm rot="5460000">
            <a:off x="9427464" y="3602736"/>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62" name="Text 60"/>
          <p:cNvSpPr/>
          <p:nvPr/>
        </p:nvSpPr>
        <p:spPr>
          <a:xfrm>
            <a:off x="530352" y="6473952"/>
            <a:ext cx="4023360" cy="164592"/>
          </a:xfrm>
          <a:prstGeom prst="rect">
            <a:avLst/>
          </a:prstGeom>
          <a:noFill/>
          <a:ln/>
        </p:spPr>
        <p:txBody>
          <a:bodyPr wrap="square" rtlCol="0" anchor="ctr"/>
          <a:lstStyle/>
          <a:p>
            <a:pPr indent="0" marL="0">
              <a:buNone/>
            </a:pPr>
            <a:r>
              <a:rPr lang="en-US" sz="800" dirty="0">
                <a:solidFill>
                  <a:srgbClr val="FBD7FF"/>
                </a:solidFill>
                <a:latin typeface="Avenir Next" pitchFamily="34" charset="0"/>
                <a:ea typeface="Avenir Next" pitchFamily="34" charset="-122"/>
                <a:cs typeface="Avenir Next" pitchFamily="34" charset="-120"/>
              </a:rPr>
              <a:t>ELITE Plan / Agent Customization Program</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9D3F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B4E8"/>
          </a:solidFill>
          <a:ln w="12700">
            <a:solidFill>
              <a:srgbClr val="F8B4E8"/>
            </a:solidFill>
            <a:prstDash val="solid"/>
          </a:ln>
        </p:spPr>
      </p:sp>
      <p:sp>
        <p:nvSpPr>
          <p:cNvPr id="3" name="Shape 1"/>
          <p:cNvSpPr/>
          <p:nvPr/>
        </p:nvSpPr>
        <p:spPr>
          <a:xfrm>
            <a:off x="0" y="0"/>
            <a:ext cx="12191695" cy="6858000"/>
          </a:xfrm>
          <a:prstGeom prst="rect">
            <a:avLst/>
          </a:prstGeom>
          <a:solidFill>
            <a:srgbClr val="7B18D8">
              <a:alpha val="48000"/>
            </a:srgbClr>
          </a:solidFill>
          <a:ln w="12700">
            <a:solidFill>
              <a:srgbClr val="7B18D8">
                <a:alpha val="0"/>
              </a:srgbClr>
            </a:solidFill>
            <a:prstDash val="solid"/>
          </a:ln>
        </p:spPr>
      </p:sp>
      <p:sp>
        <p:nvSpPr>
          <p:cNvPr id="4" name="Shape 2"/>
          <p:cNvSpPr/>
          <p:nvPr/>
        </p:nvSpPr>
        <p:spPr>
          <a:xfrm rot="20880000">
            <a:off x="-1463040" y="-731520"/>
            <a:ext cx="8412480" cy="4754880"/>
          </a:xfrm>
          <a:prstGeom prst="arc">
            <a:avLst/>
          </a:prstGeom>
          <a:solidFill>
            <a:srgbClr val="FFFFFF">
              <a:alpha val="0"/>
            </a:srgbClr>
          </a:solidFill>
          <a:ln w="27940">
            <a:solidFill>
              <a:srgbClr val="FFFFFF">
                <a:alpha val="46000"/>
              </a:srgbClr>
            </a:solidFill>
            <a:prstDash val="solid"/>
          </a:ln>
        </p:spPr>
      </p:sp>
      <p:sp>
        <p:nvSpPr>
          <p:cNvPr id="5" name="Shape 3"/>
          <p:cNvSpPr/>
          <p:nvPr/>
        </p:nvSpPr>
        <p:spPr>
          <a:xfrm rot="720000">
            <a:off x="2926080" y="182880"/>
            <a:ext cx="8046720" cy="4572000"/>
          </a:xfrm>
          <a:prstGeom prst="arc">
            <a:avLst/>
          </a:prstGeom>
          <a:solidFill>
            <a:srgbClr val="FFFFFF">
              <a:alpha val="0"/>
            </a:srgbClr>
          </a:solidFill>
          <a:ln w="17780">
            <a:solidFill>
              <a:srgbClr val="FFFFFF">
                <a:alpha val="32000"/>
              </a:srgbClr>
            </a:solidFill>
            <a:prstDash val="solid"/>
          </a:ln>
        </p:spPr>
      </p:sp>
      <p:sp>
        <p:nvSpPr>
          <p:cNvPr id="6" name="Shape 4"/>
          <p:cNvSpPr/>
          <p:nvPr/>
        </p:nvSpPr>
        <p:spPr>
          <a:xfrm>
            <a:off x="4434840" y="411480"/>
            <a:ext cx="73152" cy="73152"/>
          </a:xfrm>
          <a:prstGeom prst="ellipse">
            <a:avLst/>
          </a:prstGeom>
          <a:solidFill>
            <a:srgbClr val="FFE083">
              <a:alpha val="80000"/>
            </a:srgbClr>
          </a:solidFill>
          <a:ln w="12700">
            <a:solidFill>
              <a:srgbClr val="FFE083">
                <a:alpha val="0"/>
              </a:srgbClr>
            </a:solidFill>
            <a:prstDash val="solid"/>
          </a:ln>
        </p:spPr>
      </p:sp>
      <p:sp>
        <p:nvSpPr>
          <p:cNvPr id="7" name="Shape 5"/>
          <p:cNvSpPr/>
          <p:nvPr/>
        </p:nvSpPr>
        <p:spPr>
          <a:xfrm>
            <a:off x="5193792" y="1664208"/>
            <a:ext cx="36576" cy="36576"/>
          </a:xfrm>
          <a:prstGeom prst="ellipse">
            <a:avLst/>
          </a:prstGeom>
          <a:solidFill>
            <a:srgbClr val="FFFFFF">
              <a:alpha val="68000"/>
            </a:srgbClr>
          </a:solidFill>
          <a:ln w="12700">
            <a:solidFill>
              <a:srgbClr val="FFFFFF">
                <a:alpha val="0"/>
              </a:srgbClr>
            </a:solidFill>
            <a:prstDash val="solid"/>
          </a:ln>
        </p:spPr>
      </p:sp>
      <p:sp>
        <p:nvSpPr>
          <p:cNvPr id="8" name="Shape 6"/>
          <p:cNvSpPr/>
          <p:nvPr/>
        </p:nvSpPr>
        <p:spPr>
          <a:xfrm>
            <a:off x="5952744" y="2916936"/>
            <a:ext cx="36576" cy="36576"/>
          </a:xfrm>
          <a:prstGeom prst="ellipse">
            <a:avLst/>
          </a:prstGeom>
          <a:solidFill>
            <a:srgbClr val="FFFFFF">
              <a:alpha val="68000"/>
            </a:srgbClr>
          </a:solidFill>
          <a:ln w="12700">
            <a:solidFill>
              <a:srgbClr val="FFFFFF">
                <a:alpha val="0"/>
              </a:srgbClr>
            </a:solidFill>
            <a:prstDash val="solid"/>
          </a:ln>
        </p:spPr>
      </p:sp>
      <p:sp>
        <p:nvSpPr>
          <p:cNvPr id="9" name="Shape 7"/>
          <p:cNvSpPr/>
          <p:nvPr/>
        </p:nvSpPr>
        <p:spPr>
          <a:xfrm>
            <a:off x="6711696" y="4169664"/>
            <a:ext cx="36576" cy="36576"/>
          </a:xfrm>
          <a:prstGeom prst="ellipse">
            <a:avLst/>
          </a:prstGeom>
          <a:solidFill>
            <a:srgbClr val="FFE083">
              <a:alpha val="80000"/>
            </a:srgbClr>
          </a:solidFill>
          <a:ln w="12700">
            <a:solidFill>
              <a:srgbClr val="FFE083">
                <a:alpha val="0"/>
              </a:srgbClr>
            </a:solidFill>
            <a:prstDash val="solid"/>
          </a:ln>
        </p:spPr>
      </p:sp>
      <p:sp>
        <p:nvSpPr>
          <p:cNvPr id="10" name="Shape 8"/>
          <p:cNvSpPr/>
          <p:nvPr/>
        </p:nvSpPr>
        <p:spPr>
          <a:xfrm>
            <a:off x="7470648" y="5422392"/>
            <a:ext cx="73152" cy="73152"/>
          </a:xfrm>
          <a:prstGeom prst="ellipse">
            <a:avLst/>
          </a:prstGeom>
          <a:solidFill>
            <a:srgbClr val="FFFFFF">
              <a:alpha val="68000"/>
            </a:srgbClr>
          </a:solidFill>
          <a:ln w="12700">
            <a:solidFill>
              <a:srgbClr val="FFFFFF">
                <a:alpha val="0"/>
              </a:srgbClr>
            </a:solidFill>
            <a:prstDash val="solid"/>
          </a:ln>
        </p:spPr>
      </p:sp>
      <p:sp>
        <p:nvSpPr>
          <p:cNvPr id="11" name="Shape 9"/>
          <p:cNvSpPr/>
          <p:nvPr/>
        </p:nvSpPr>
        <p:spPr>
          <a:xfrm>
            <a:off x="8229600" y="1005840"/>
            <a:ext cx="36576" cy="36576"/>
          </a:xfrm>
          <a:prstGeom prst="ellipse">
            <a:avLst/>
          </a:prstGeom>
          <a:solidFill>
            <a:srgbClr val="FFFFFF">
              <a:alpha val="68000"/>
            </a:srgbClr>
          </a:solidFill>
          <a:ln w="12700">
            <a:solidFill>
              <a:srgbClr val="FFFFFF">
                <a:alpha val="0"/>
              </a:srgbClr>
            </a:solidFill>
            <a:prstDash val="solid"/>
          </a:ln>
        </p:spPr>
      </p:sp>
      <p:sp>
        <p:nvSpPr>
          <p:cNvPr id="12" name="Shape 10"/>
          <p:cNvSpPr/>
          <p:nvPr/>
        </p:nvSpPr>
        <p:spPr>
          <a:xfrm>
            <a:off x="8988552" y="2258568"/>
            <a:ext cx="36576" cy="36576"/>
          </a:xfrm>
          <a:prstGeom prst="ellipse">
            <a:avLst/>
          </a:prstGeom>
          <a:solidFill>
            <a:srgbClr val="FFE083">
              <a:alpha val="80000"/>
            </a:srgbClr>
          </a:solidFill>
          <a:ln w="12700">
            <a:solidFill>
              <a:srgbClr val="FFE083">
                <a:alpha val="0"/>
              </a:srgbClr>
            </a:solidFill>
            <a:prstDash val="solid"/>
          </a:ln>
        </p:spPr>
      </p:sp>
      <p:sp>
        <p:nvSpPr>
          <p:cNvPr id="13" name="Shape 11"/>
          <p:cNvSpPr/>
          <p:nvPr/>
        </p:nvSpPr>
        <p:spPr>
          <a:xfrm>
            <a:off x="9747504" y="3511296"/>
            <a:ext cx="36576" cy="36576"/>
          </a:xfrm>
          <a:prstGeom prst="ellipse">
            <a:avLst/>
          </a:prstGeom>
          <a:solidFill>
            <a:srgbClr val="FFFFFF">
              <a:alpha val="68000"/>
            </a:srgbClr>
          </a:solidFill>
          <a:ln w="12700">
            <a:solidFill>
              <a:srgbClr val="FFFFFF">
                <a:alpha val="0"/>
              </a:srgbClr>
            </a:solidFill>
            <a:prstDash val="solid"/>
          </a:ln>
        </p:spPr>
      </p:sp>
      <p:sp>
        <p:nvSpPr>
          <p:cNvPr id="14" name="Shape 12"/>
          <p:cNvSpPr/>
          <p:nvPr/>
        </p:nvSpPr>
        <p:spPr>
          <a:xfrm>
            <a:off x="10506456" y="4764024"/>
            <a:ext cx="73152" cy="73152"/>
          </a:xfrm>
          <a:prstGeom prst="ellipse">
            <a:avLst/>
          </a:prstGeom>
          <a:solidFill>
            <a:srgbClr val="FFFFFF">
              <a:alpha val="68000"/>
            </a:srgbClr>
          </a:solidFill>
          <a:ln w="12700">
            <a:solidFill>
              <a:srgbClr val="FFFFFF">
                <a:alpha val="0"/>
              </a:srgbClr>
            </a:solidFill>
            <a:prstDash val="solid"/>
          </a:ln>
        </p:spPr>
      </p:sp>
      <p:sp>
        <p:nvSpPr>
          <p:cNvPr id="15" name="Shape 13"/>
          <p:cNvSpPr/>
          <p:nvPr/>
        </p:nvSpPr>
        <p:spPr>
          <a:xfrm>
            <a:off x="749808" y="347472"/>
            <a:ext cx="36576" cy="36576"/>
          </a:xfrm>
          <a:prstGeom prst="ellipse">
            <a:avLst/>
          </a:prstGeom>
          <a:solidFill>
            <a:srgbClr val="FFE083">
              <a:alpha val="80000"/>
            </a:srgbClr>
          </a:solidFill>
          <a:ln w="12700">
            <a:solidFill>
              <a:srgbClr val="FFE083">
                <a:alpha val="0"/>
              </a:srgbClr>
            </a:solidFill>
            <a:prstDash val="solid"/>
          </a:ln>
        </p:spPr>
      </p:sp>
      <p:sp>
        <p:nvSpPr>
          <p:cNvPr id="16" name="Shape 14"/>
          <p:cNvSpPr/>
          <p:nvPr/>
        </p:nvSpPr>
        <p:spPr>
          <a:xfrm>
            <a:off x="1508760" y="1600200"/>
            <a:ext cx="36576" cy="36576"/>
          </a:xfrm>
          <a:prstGeom prst="ellipse">
            <a:avLst/>
          </a:prstGeom>
          <a:solidFill>
            <a:srgbClr val="FFFFFF">
              <a:alpha val="68000"/>
            </a:srgbClr>
          </a:solidFill>
          <a:ln w="12700">
            <a:solidFill>
              <a:srgbClr val="FFFFFF">
                <a:alpha val="0"/>
              </a:srgbClr>
            </a:solidFill>
            <a:prstDash val="solid"/>
          </a:ln>
        </p:spPr>
      </p:sp>
      <p:sp>
        <p:nvSpPr>
          <p:cNvPr id="17" name="Shape 15"/>
          <p:cNvSpPr/>
          <p:nvPr/>
        </p:nvSpPr>
        <p:spPr>
          <a:xfrm>
            <a:off x="2267712" y="2852928"/>
            <a:ext cx="36576" cy="36576"/>
          </a:xfrm>
          <a:prstGeom prst="ellipse">
            <a:avLst/>
          </a:prstGeom>
          <a:solidFill>
            <a:srgbClr val="FFFFFF">
              <a:alpha val="68000"/>
            </a:srgbClr>
          </a:solidFill>
          <a:ln w="12700">
            <a:solidFill>
              <a:srgbClr val="FFFFFF">
                <a:alpha val="0"/>
              </a:srgbClr>
            </a:solidFill>
            <a:prstDash val="solid"/>
          </a:ln>
        </p:spPr>
      </p:sp>
      <p:sp>
        <p:nvSpPr>
          <p:cNvPr id="18" name="Shape 16"/>
          <p:cNvSpPr/>
          <p:nvPr/>
        </p:nvSpPr>
        <p:spPr>
          <a:xfrm>
            <a:off x="3026664" y="4105656"/>
            <a:ext cx="73152" cy="73152"/>
          </a:xfrm>
          <a:prstGeom prst="ellipse">
            <a:avLst/>
          </a:prstGeom>
          <a:solidFill>
            <a:srgbClr val="FFE083">
              <a:alpha val="80000"/>
            </a:srgbClr>
          </a:solidFill>
          <a:ln w="12700">
            <a:solidFill>
              <a:srgbClr val="FFE083">
                <a:alpha val="0"/>
              </a:srgbClr>
            </a:solidFill>
            <a:prstDash val="solid"/>
          </a:ln>
        </p:spPr>
      </p:sp>
      <p:sp>
        <p:nvSpPr>
          <p:cNvPr id="19" name="Shape 17"/>
          <p:cNvSpPr/>
          <p:nvPr/>
        </p:nvSpPr>
        <p:spPr>
          <a:xfrm>
            <a:off x="3785616" y="5358384"/>
            <a:ext cx="36576" cy="36576"/>
          </a:xfrm>
          <a:prstGeom prst="ellipse">
            <a:avLst/>
          </a:prstGeom>
          <a:solidFill>
            <a:srgbClr val="FFFFFF">
              <a:alpha val="68000"/>
            </a:srgbClr>
          </a:solidFill>
          <a:ln w="12700">
            <a:solidFill>
              <a:srgbClr val="FFFFFF">
                <a:alpha val="0"/>
              </a:srgbClr>
            </a:solidFill>
            <a:prstDash val="solid"/>
          </a:ln>
        </p:spPr>
      </p:sp>
      <p:sp>
        <p:nvSpPr>
          <p:cNvPr id="20" name="Shape 18"/>
          <p:cNvSpPr/>
          <p:nvPr/>
        </p:nvSpPr>
        <p:spPr>
          <a:xfrm>
            <a:off x="4544568" y="941832"/>
            <a:ext cx="36576" cy="36576"/>
          </a:xfrm>
          <a:prstGeom prst="ellipse">
            <a:avLst/>
          </a:prstGeom>
          <a:solidFill>
            <a:srgbClr val="FFFFFF">
              <a:alpha val="68000"/>
            </a:srgbClr>
          </a:solidFill>
          <a:ln w="12700">
            <a:solidFill>
              <a:srgbClr val="FFFFFF">
                <a:alpha val="0"/>
              </a:srgbClr>
            </a:solidFill>
            <a:prstDash val="solid"/>
          </a:ln>
        </p:spPr>
      </p:sp>
      <p:sp>
        <p:nvSpPr>
          <p:cNvPr id="21" name="Shape 19"/>
          <p:cNvSpPr/>
          <p:nvPr/>
        </p:nvSpPr>
        <p:spPr>
          <a:xfrm>
            <a:off x="5303520" y="2194560"/>
            <a:ext cx="36576" cy="36576"/>
          </a:xfrm>
          <a:prstGeom prst="ellipse">
            <a:avLst/>
          </a:prstGeom>
          <a:solidFill>
            <a:srgbClr val="FFE083">
              <a:alpha val="80000"/>
            </a:srgbClr>
          </a:solidFill>
          <a:ln w="12700">
            <a:solidFill>
              <a:srgbClr val="FFE083">
                <a:alpha val="0"/>
              </a:srgbClr>
            </a:solidFill>
            <a:prstDash val="solid"/>
          </a:ln>
        </p:spPr>
      </p:sp>
      <p:sp>
        <p:nvSpPr>
          <p:cNvPr id="22" name="Shape 20"/>
          <p:cNvSpPr/>
          <p:nvPr/>
        </p:nvSpPr>
        <p:spPr>
          <a:xfrm>
            <a:off x="6062472" y="3447288"/>
            <a:ext cx="73152" cy="73152"/>
          </a:xfrm>
          <a:prstGeom prst="ellipse">
            <a:avLst/>
          </a:prstGeom>
          <a:solidFill>
            <a:srgbClr val="FFFFFF">
              <a:alpha val="68000"/>
            </a:srgbClr>
          </a:solidFill>
          <a:ln w="12700">
            <a:solidFill>
              <a:srgbClr val="FFFFFF">
                <a:alpha val="0"/>
              </a:srgbClr>
            </a:solidFill>
            <a:prstDash val="solid"/>
          </a:ln>
        </p:spPr>
      </p:sp>
      <p:sp>
        <p:nvSpPr>
          <p:cNvPr id="23" name="Shape 21"/>
          <p:cNvSpPr/>
          <p:nvPr/>
        </p:nvSpPr>
        <p:spPr>
          <a:xfrm>
            <a:off x="6821424" y="4700016"/>
            <a:ext cx="36576" cy="36576"/>
          </a:xfrm>
          <a:prstGeom prst="ellipse">
            <a:avLst/>
          </a:prstGeom>
          <a:solidFill>
            <a:srgbClr val="FFFFFF">
              <a:alpha val="68000"/>
            </a:srgbClr>
          </a:solidFill>
          <a:ln w="12700">
            <a:solidFill>
              <a:srgbClr val="FFFFFF">
                <a:alpha val="0"/>
              </a:srgbClr>
            </a:solidFill>
            <a:prstDash val="solid"/>
          </a:ln>
        </p:spPr>
      </p:sp>
      <p:sp>
        <p:nvSpPr>
          <p:cNvPr id="24" name="Shape 22"/>
          <p:cNvSpPr/>
          <p:nvPr/>
        </p:nvSpPr>
        <p:spPr>
          <a:xfrm>
            <a:off x="0" y="6364224"/>
            <a:ext cx="12191695" cy="493776"/>
          </a:xfrm>
          <a:prstGeom prst="rect">
            <a:avLst/>
          </a:prstGeom>
          <a:solidFill>
            <a:srgbClr val="33004F">
              <a:alpha val="88000"/>
            </a:srgbClr>
          </a:solidFill>
          <a:ln w="12700">
            <a:solidFill>
              <a:srgbClr val="33004F">
                <a:alpha val="0"/>
              </a:srgbClr>
            </a:solidFill>
            <a:prstDash val="solid"/>
          </a:ln>
        </p:spPr>
      </p:sp>
      <p:sp>
        <p:nvSpPr>
          <p:cNvPr id="25" name="Shape 23"/>
          <p:cNvSpPr/>
          <p:nvPr/>
        </p:nvSpPr>
        <p:spPr>
          <a:xfrm>
            <a:off x="502920" y="384048"/>
            <a:ext cx="4526280" cy="530352"/>
          </a:xfrm>
          <a:prstGeom prst="rect">
            <a:avLst/>
          </a:prstGeom>
          <a:solidFill>
            <a:srgbClr val="FFFFFF">
              <a:alpha val="96000"/>
            </a:srgbClr>
          </a:solidFill>
          <a:ln w="12700">
            <a:solidFill>
              <a:srgbClr val="FFFFFF">
                <a:alpha val="0"/>
              </a:srgbClr>
            </a:solidFill>
            <a:prstDash val="solid"/>
          </a:ln>
        </p:spPr>
      </p:sp>
      <p:sp>
        <p:nvSpPr>
          <p:cNvPr id="26" name="Text 24"/>
          <p:cNvSpPr/>
          <p:nvPr/>
        </p:nvSpPr>
        <p:spPr>
          <a:xfrm>
            <a:off x="658368" y="484632"/>
            <a:ext cx="4160520" cy="256032"/>
          </a:xfrm>
          <a:prstGeom prst="rect">
            <a:avLst/>
          </a:prstGeom>
          <a:noFill/>
          <a:ln/>
        </p:spPr>
        <p:txBody>
          <a:bodyPr wrap="square" rtlCol="0" anchor="ctr">
            <a:normAutofit/>
          </a:bodyPr>
          <a:lstStyle/>
          <a:p>
            <a:pPr indent="0" marL="0">
              <a:buNone/>
            </a:pPr>
            <a:r>
              <a:rPr lang="en-US" sz="1600" b="1" dirty="0">
                <a:solidFill>
                  <a:srgbClr val="E8005A"/>
                </a:solidFill>
                <a:latin typeface="Hiragino Sans" pitchFamily="34" charset="0"/>
                <a:ea typeface="Hiragino Sans" pitchFamily="34" charset="-122"/>
                <a:cs typeface="Hiragino Sans" pitchFamily="34" charset="-120"/>
              </a:rPr>
              <a:t>ELITE プラン 特別ページ  /  16</a:t>
            </a:r>
            <a:endParaRPr lang="en-US" sz="1600" dirty="0"/>
          </a:p>
        </p:txBody>
      </p:sp>
      <p:sp>
        <p:nvSpPr>
          <p:cNvPr id="27" name="Shape 25"/>
          <p:cNvSpPr/>
          <p:nvPr/>
        </p:nvSpPr>
        <p:spPr>
          <a:xfrm>
            <a:off x="502920" y="1143000"/>
            <a:ext cx="6995160" cy="822960"/>
          </a:xfrm>
          <a:prstGeom prst="rect">
            <a:avLst/>
          </a:prstGeom>
          <a:solidFill>
            <a:srgbClr val="E8005A"/>
          </a:solidFill>
          <a:ln w="12700">
            <a:solidFill>
              <a:srgbClr val="E8005A">
                <a:alpha val="0"/>
              </a:srgbClr>
            </a:solidFill>
            <a:prstDash val="solid"/>
          </a:ln>
        </p:spPr>
      </p:sp>
      <p:sp>
        <p:nvSpPr>
          <p:cNvPr id="28" name="Shape 26"/>
          <p:cNvSpPr/>
          <p:nvPr/>
        </p:nvSpPr>
        <p:spPr>
          <a:xfrm>
            <a:off x="6903720" y="1143000"/>
            <a:ext cx="1737360" cy="822960"/>
          </a:xfrm>
          <a:prstGeom prst="rect">
            <a:avLst/>
          </a:prstGeom>
          <a:solidFill>
            <a:srgbClr val="B00083"/>
          </a:solidFill>
          <a:ln w="12700">
            <a:solidFill>
              <a:srgbClr val="B00083">
                <a:alpha val="0"/>
              </a:srgbClr>
            </a:solidFill>
            <a:prstDash val="solid"/>
          </a:ln>
        </p:spPr>
      </p:sp>
      <p:sp>
        <p:nvSpPr>
          <p:cNvPr id="29" name="Text 27"/>
          <p:cNvSpPr/>
          <p:nvPr/>
        </p:nvSpPr>
        <p:spPr>
          <a:xfrm>
            <a:off x="749808" y="1271016"/>
            <a:ext cx="7086600" cy="438912"/>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Hiragino Sans" pitchFamily="34" charset="0"/>
                <a:ea typeface="Hiragino Sans" pitchFamily="34" charset="-122"/>
                <a:cs typeface="Hiragino Sans" pitchFamily="34" charset="-120"/>
              </a:rPr>
              <a:t>毎週の積み上げが資産になる</a:t>
            </a:r>
            <a:endParaRPr lang="en-US" sz="2900" dirty="0"/>
          </a:p>
        </p:txBody>
      </p:sp>
      <p:sp>
        <p:nvSpPr>
          <p:cNvPr id="30" name="Text 28"/>
          <p:cNvSpPr/>
          <p:nvPr/>
        </p:nvSpPr>
        <p:spPr>
          <a:xfrm>
            <a:off x="566928" y="2249424"/>
            <a:ext cx="4297680" cy="310896"/>
          </a:xfrm>
          <a:prstGeom prst="rect">
            <a:avLst/>
          </a:prstGeom>
          <a:noFill/>
          <a:ln/>
        </p:spPr>
        <p:txBody>
          <a:bodyPr wrap="square" rtlCol="0" anchor="ctr">
            <a:normAutofit/>
          </a:bodyPr>
          <a:lstStyle/>
          <a:p>
            <a:pPr indent="0" marL="0">
              <a:buNone/>
            </a:pPr>
            <a:r>
              <a:rPr lang="en-US" sz="1400" b="1" dirty="0">
                <a:solidFill>
                  <a:srgbClr val="E8005A"/>
                </a:solidFill>
                <a:latin typeface="Hiragino Sans" pitchFamily="34" charset="0"/>
                <a:ea typeface="Hiragino Sans" pitchFamily="34" charset="-122"/>
                <a:cs typeface="Hiragino Sans" pitchFamily="34" charset="-120"/>
              </a:rPr>
              <a:t>未完成でも止まらない</a:t>
            </a:r>
            <a:endParaRPr lang="en-US" sz="1400" dirty="0"/>
          </a:p>
        </p:txBody>
      </p:sp>
      <p:sp>
        <p:nvSpPr>
          <p:cNvPr id="31" name="Text 29"/>
          <p:cNvSpPr/>
          <p:nvPr/>
        </p:nvSpPr>
        <p:spPr>
          <a:xfrm>
            <a:off x="566928" y="2596896"/>
            <a:ext cx="6217920" cy="987552"/>
          </a:xfrm>
          <a:prstGeom prst="rect">
            <a:avLst/>
          </a:prstGeom>
          <a:noFill/>
          <a:ln/>
        </p:spPr>
        <p:txBody>
          <a:bodyPr wrap="square" rtlCol="0" anchor="ctr">
            <a:normAutofit/>
          </a:bodyPr>
          <a:lstStyle/>
          <a:p>
            <a:pPr indent="0" marL="0">
              <a:buNone/>
            </a:pPr>
            <a:r>
              <a:rPr lang="en-US" sz="2500" b="1" dirty="0">
                <a:solidFill>
                  <a:srgbClr val="2B1B3A"/>
                </a:solidFill>
                <a:latin typeface="Hiragino Sans" pitchFamily="34" charset="0"/>
                <a:ea typeface="Hiragino Sans" pitchFamily="34" charset="-122"/>
                <a:cs typeface="Hiragino Sans" pitchFamily="34" charset="-120"/>
              </a:rPr>
              <a:t>成果物は、ポートフォリオと収益化へつながる。</a:t>
            </a:r>
            <a:endParaRPr lang="en-US" sz="2500" dirty="0"/>
          </a:p>
        </p:txBody>
      </p:sp>
      <p:sp>
        <p:nvSpPr>
          <p:cNvPr id="32" name="Shape 30"/>
          <p:cNvSpPr/>
          <p:nvPr/>
        </p:nvSpPr>
        <p:spPr>
          <a:xfrm>
            <a:off x="621792" y="4828032"/>
            <a:ext cx="1078992" cy="384048"/>
          </a:xfrm>
          <a:prstGeom prst="rect">
            <a:avLst/>
          </a:prstGeom>
          <a:solidFill>
            <a:srgbClr val="FFFFFF">
              <a:alpha val="92000"/>
            </a:srgbClr>
          </a:solidFill>
          <a:ln w="12700">
            <a:solidFill>
              <a:srgbClr val="FFFFFF">
                <a:alpha val="0"/>
              </a:srgbClr>
            </a:solidFill>
            <a:prstDash val="solid"/>
          </a:ln>
        </p:spPr>
      </p:sp>
      <p:sp>
        <p:nvSpPr>
          <p:cNvPr id="33" name="Text 31"/>
          <p:cNvSpPr/>
          <p:nvPr/>
        </p:nvSpPr>
        <p:spPr>
          <a:xfrm>
            <a:off x="676656" y="4928616"/>
            <a:ext cx="969264" cy="310896"/>
          </a:xfrm>
          <a:prstGeom prst="rect">
            <a:avLst/>
          </a:prstGeom>
          <a:noFill/>
          <a:ln/>
        </p:spPr>
        <p:txBody>
          <a:bodyPr wrap="square" lIns="0" tIns="0" rIns="0" bIns="0" rtlCol="0" anchor="ctr">
            <a:normAutofit/>
          </a:bodyPr>
          <a:lstStyle/>
          <a:p>
            <a:pPr algn="ctr" indent="0" marL="0">
              <a:buNone/>
            </a:pPr>
            <a:r>
              <a:rPr lang="en-US" sz="1150" b="1" dirty="0">
                <a:solidFill>
                  <a:srgbClr val="2B1B3A"/>
                </a:solidFill>
                <a:latin typeface="Hiragino Sans" pitchFamily="34" charset="0"/>
                <a:ea typeface="Hiragino Sans" pitchFamily="34" charset="-122"/>
                <a:cs typeface="Hiragino Sans" pitchFamily="34" charset="-120"/>
              </a:rPr>
              <a:t>自分専用ナレッジ</a:t>
            </a:r>
            <a:endParaRPr lang="en-US" sz="1150" dirty="0"/>
          </a:p>
        </p:txBody>
      </p:sp>
      <p:sp>
        <p:nvSpPr>
          <p:cNvPr id="34" name="Shape 32"/>
          <p:cNvSpPr/>
          <p:nvPr/>
        </p:nvSpPr>
        <p:spPr>
          <a:xfrm>
            <a:off x="1792224" y="4590288"/>
            <a:ext cx="1078992" cy="621792"/>
          </a:xfrm>
          <a:prstGeom prst="rect">
            <a:avLst/>
          </a:prstGeom>
          <a:solidFill>
            <a:srgbClr val="F3D7FF">
              <a:alpha val="92000"/>
            </a:srgbClr>
          </a:solidFill>
          <a:ln w="12700">
            <a:solidFill>
              <a:srgbClr val="FFFFFF">
                <a:alpha val="0"/>
              </a:srgbClr>
            </a:solidFill>
            <a:prstDash val="solid"/>
          </a:ln>
        </p:spPr>
      </p:sp>
      <p:sp>
        <p:nvSpPr>
          <p:cNvPr id="35" name="Text 33"/>
          <p:cNvSpPr/>
          <p:nvPr/>
        </p:nvSpPr>
        <p:spPr>
          <a:xfrm>
            <a:off x="1847088" y="4690872"/>
            <a:ext cx="969264" cy="548640"/>
          </a:xfrm>
          <a:prstGeom prst="rect">
            <a:avLst/>
          </a:prstGeom>
          <a:noFill/>
          <a:ln/>
        </p:spPr>
        <p:txBody>
          <a:bodyPr wrap="square" lIns="0" tIns="0" rIns="0" bIns="0" rtlCol="0" anchor="ctr">
            <a:normAutofit/>
          </a:bodyPr>
          <a:lstStyle/>
          <a:p>
            <a:pPr algn="ctr" indent="0" marL="0">
              <a:buNone/>
            </a:pPr>
            <a:r>
              <a:rPr lang="en-US" sz="1150" b="1" dirty="0">
                <a:solidFill>
                  <a:srgbClr val="2B1B3A"/>
                </a:solidFill>
                <a:latin typeface="Hiragino Sans" pitchFamily="34" charset="0"/>
                <a:ea typeface="Hiragino Sans" pitchFamily="34" charset="-122"/>
                <a:cs typeface="Hiragino Sans" pitchFamily="34" charset="-120"/>
              </a:rPr>
              <a:t>動くデモ</a:t>
            </a:r>
            <a:endParaRPr lang="en-US" sz="1150" dirty="0"/>
          </a:p>
        </p:txBody>
      </p:sp>
      <p:sp>
        <p:nvSpPr>
          <p:cNvPr id="36" name="Shape 34"/>
          <p:cNvSpPr/>
          <p:nvPr/>
        </p:nvSpPr>
        <p:spPr>
          <a:xfrm>
            <a:off x="2962656" y="4352544"/>
            <a:ext cx="1078992" cy="859536"/>
          </a:xfrm>
          <a:prstGeom prst="rect">
            <a:avLst/>
          </a:prstGeom>
          <a:solidFill>
            <a:srgbClr val="FFFFFF">
              <a:alpha val="92000"/>
            </a:srgbClr>
          </a:solidFill>
          <a:ln w="12700">
            <a:solidFill>
              <a:srgbClr val="FFFFFF">
                <a:alpha val="0"/>
              </a:srgbClr>
            </a:solidFill>
            <a:prstDash val="solid"/>
          </a:ln>
        </p:spPr>
      </p:sp>
      <p:sp>
        <p:nvSpPr>
          <p:cNvPr id="37" name="Text 35"/>
          <p:cNvSpPr/>
          <p:nvPr/>
        </p:nvSpPr>
        <p:spPr>
          <a:xfrm>
            <a:off x="3017520" y="4453128"/>
            <a:ext cx="969264" cy="566928"/>
          </a:xfrm>
          <a:prstGeom prst="rect">
            <a:avLst/>
          </a:prstGeom>
          <a:noFill/>
          <a:ln/>
        </p:spPr>
        <p:txBody>
          <a:bodyPr wrap="square" lIns="0" tIns="0" rIns="0" bIns="0" rtlCol="0" anchor="ctr">
            <a:normAutofit/>
          </a:bodyPr>
          <a:lstStyle/>
          <a:p>
            <a:pPr algn="ctr" indent="0" marL="0">
              <a:buNone/>
            </a:pPr>
            <a:r>
              <a:rPr lang="en-US" sz="1150" b="1" dirty="0">
                <a:solidFill>
                  <a:srgbClr val="2B1B3A"/>
                </a:solidFill>
                <a:latin typeface="Hiragino Sans" pitchFamily="34" charset="0"/>
                <a:ea typeface="Hiragino Sans" pitchFamily="34" charset="-122"/>
                <a:cs typeface="Hiragino Sans" pitchFamily="34" charset="-120"/>
              </a:rPr>
              <a:t>提案資料</a:t>
            </a:r>
            <a:endParaRPr lang="en-US" sz="1150" dirty="0"/>
          </a:p>
        </p:txBody>
      </p:sp>
      <p:sp>
        <p:nvSpPr>
          <p:cNvPr id="38" name="Shape 36"/>
          <p:cNvSpPr/>
          <p:nvPr/>
        </p:nvSpPr>
        <p:spPr>
          <a:xfrm>
            <a:off x="4133088" y="4114800"/>
            <a:ext cx="1078992" cy="1097280"/>
          </a:xfrm>
          <a:prstGeom prst="rect">
            <a:avLst/>
          </a:prstGeom>
          <a:solidFill>
            <a:srgbClr val="F3D7FF">
              <a:alpha val="92000"/>
            </a:srgbClr>
          </a:solidFill>
          <a:ln w="12700">
            <a:solidFill>
              <a:srgbClr val="FFFFFF">
                <a:alpha val="0"/>
              </a:srgbClr>
            </a:solidFill>
            <a:prstDash val="solid"/>
          </a:ln>
        </p:spPr>
      </p:sp>
      <p:sp>
        <p:nvSpPr>
          <p:cNvPr id="39" name="Text 37"/>
          <p:cNvSpPr/>
          <p:nvPr/>
        </p:nvSpPr>
        <p:spPr>
          <a:xfrm>
            <a:off x="4187952" y="4215384"/>
            <a:ext cx="969264" cy="566928"/>
          </a:xfrm>
          <a:prstGeom prst="rect">
            <a:avLst/>
          </a:prstGeom>
          <a:noFill/>
          <a:ln/>
        </p:spPr>
        <p:txBody>
          <a:bodyPr wrap="square" lIns="0" tIns="0" rIns="0" bIns="0" rtlCol="0" anchor="ctr">
            <a:normAutofit/>
          </a:bodyPr>
          <a:lstStyle/>
          <a:p>
            <a:pPr algn="ctr" indent="0" marL="0">
              <a:buNone/>
            </a:pPr>
            <a:r>
              <a:rPr lang="en-US" sz="1150" b="1" dirty="0">
                <a:solidFill>
                  <a:srgbClr val="2B1B3A"/>
                </a:solidFill>
                <a:latin typeface="Hiragino Sans" pitchFamily="34" charset="0"/>
                <a:ea typeface="Hiragino Sans" pitchFamily="34" charset="-122"/>
                <a:cs typeface="Hiragino Sans" pitchFamily="34" charset="-120"/>
              </a:rPr>
              <a:t>フィードバック</a:t>
            </a:r>
            <a:endParaRPr lang="en-US" sz="1150" dirty="0"/>
          </a:p>
        </p:txBody>
      </p:sp>
      <p:sp>
        <p:nvSpPr>
          <p:cNvPr id="40" name="Shape 38"/>
          <p:cNvSpPr/>
          <p:nvPr/>
        </p:nvSpPr>
        <p:spPr>
          <a:xfrm>
            <a:off x="5303520" y="3877056"/>
            <a:ext cx="1078992" cy="1335024"/>
          </a:xfrm>
          <a:prstGeom prst="rect">
            <a:avLst/>
          </a:prstGeom>
          <a:solidFill>
            <a:srgbClr val="E8005A"/>
          </a:solidFill>
          <a:ln w="12700">
            <a:solidFill>
              <a:srgbClr val="FFFFFF">
                <a:alpha val="0"/>
              </a:srgbClr>
            </a:solidFill>
            <a:prstDash val="solid"/>
          </a:ln>
        </p:spPr>
      </p:sp>
      <p:sp>
        <p:nvSpPr>
          <p:cNvPr id="41" name="Text 39"/>
          <p:cNvSpPr/>
          <p:nvPr/>
        </p:nvSpPr>
        <p:spPr>
          <a:xfrm>
            <a:off x="5358384" y="3977640"/>
            <a:ext cx="969264" cy="566928"/>
          </a:xfrm>
          <a:prstGeom prst="rect">
            <a:avLst/>
          </a:prstGeom>
          <a:noFill/>
          <a:ln/>
        </p:spPr>
        <p:txBody>
          <a:bodyPr wrap="square" lIns="0" tIns="0" rIns="0" bIns="0" rtlCol="0" anchor="ctr">
            <a:normAutofit/>
          </a:bodyPr>
          <a:lstStyle/>
          <a:p>
            <a:pPr algn="ctr" indent="0" marL="0">
              <a:buNone/>
            </a:pPr>
            <a:r>
              <a:rPr lang="en-US" sz="1150" b="1" dirty="0">
                <a:solidFill>
                  <a:srgbClr val="FFFFFF"/>
                </a:solidFill>
                <a:latin typeface="Hiragino Sans" pitchFamily="34" charset="0"/>
                <a:ea typeface="Hiragino Sans" pitchFamily="34" charset="-122"/>
                <a:cs typeface="Hiragino Sans" pitchFamily="34" charset="-120"/>
              </a:rPr>
              <a:t>ポートフォリオ／収益化</a:t>
            </a:r>
            <a:endParaRPr lang="en-US" sz="1150" dirty="0"/>
          </a:p>
        </p:txBody>
      </p:sp>
      <p:sp>
        <p:nvSpPr>
          <p:cNvPr id="42" name="Shape 40"/>
          <p:cNvSpPr/>
          <p:nvPr/>
        </p:nvSpPr>
        <p:spPr>
          <a:xfrm>
            <a:off x="8321040" y="960120"/>
            <a:ext cx="3429000" cy="3429000"/>
          </a:xfrm>
          <a:prstGeom prst="ellipse">
            <a:avLst/>
          </a:prstGeom>
          <a:solidFill>
            <a:srgbClr val="FFE083">
              <a:alpha val="37000"/>
            </a:srgbClr>
          </a:solidFill>
          <a:ln w="12700">
            <a:solidFill>
              <a:srgbClr val="FFE083">
                <a:alpha val="0"/>
              </a:srgbClr>
            </a:solidFill>
            <a:prstDash val="solid"/>
          </a:ln>
        </p:spPr>
      </p:sp>
      <p:sp>
        <p:nvSpPr>
          <p:cNvPr id="43" name="Shape 41"/>
          <p:cNvSpPr/>
          <p:nvPr/>
        </p:nvSpPr>
        <p:spPr>
          <a:xfrm>
            <a:off x="8823960" y="1325880"/>
            <a:ext cx="621792" cy="621792"/>
          </a:xfrm>
          <a:prstGeom prst="ellipse">
            <a:avLst/>
          </a:prstGeom>
          <a:solidFill>
            <a:srgbClr val="2A1D36"/>
          </a:solidFill>
          <a:ln w="12700">
            <a:solidFill>
              <a:srgbClr val="2A1D36">
                <a:alpha val="0"/>
              </a:srgbClr>
            </a:solidFill>
            <a:prstDash val="solid"/>
          </a:ln>
        </p:spPr>
      </p:sp>
      <p:sp>
        <p:nvSpPr>
          <p:cNvPr id="44" name="Shape 42"/>
          <p:cNvSpPr/>
          <p:nvPr/>
        </p:nvSpPr>
        <p:spPr>
          <a:xfrm rot="1080000">
            <a:off x="8577072" y="1115568"/>
            <a:ext cx="1005840" cy="731520"/>
          </a:xfrm>
          <a:prstGeom prst="arc">
            <a:avLst/>
          </a:prstGeom>
          <a:solidFill>
            <a:srgbClr val="191121">
              <a:alpha val="0"/>
            </a:srgbClr>
          </a:solidFill>
          <a:ln w="76200">
            <a:solidFill>
              <a:srgbClr val="191121"/>
            </a:solidFill>
            <a:prstDash val="solid"/>
          </a:ln>
        </p:spPr>
      </p:sp>
      <p:sp>
        <p:nvSpPr>
          <p:cNvPr id="45" name="Shape 43"/>
          <p:cNvSpPr/>
          <p:nvPr/>
        </p:nvSpPr>
        <p:spPr>
          <a:xfrm rot="5400000">
            <a:off x="8549640" y="1993392"/>
            <a:ext cx="1325880" cy="1417320"/>
          </a:xfrm>
          <a:prstGeom prst="chevron">
            <a:avLst/>
          </a:prstGeom>
          <a:solidFill>
            <a:srgbClr val="24214C"/>
          </a:solidFill>
          <a:ln w="12700">
            <a:solidFill>
              <a:srgbClr val="24214C">
                <a:alpha val="0"/>
              </a:srgbClr>
            </a:solidFill>
            <a:prstDash val="solid"/>
          </a:ln>
        </p:spPr>
      </p:sp>
      <p:sp>
        <p:nvSpPr>
          <p:cNvPr id="46" name="Shape 44"/>
          <p:cNvSpPr/>
          <p:nvPr/>
        </p:nvSpPr>
        <p:spPr>
          <a:xfrm>
            <a:off x="9646920" y="2926080"/>
            <a:ext cx="1417320" cy="822960"/>
          </a:xfrm>
          <a:prstGeom prst="rect">
            <a:avLst/>
          </a:prstGeom>
          <a:solidFill>
            <a:srgbClr val="EFEAF7"/>
          </a:solidFill>
          <a:ln w="12700">
            <a:solidFill>
              <a:srgbClr val="D3C4E8"/>
            </a:solidFill>
            <a:prstDash val="solid"/>
          </a:ln>
        </p:spPr>
      </p:sp>
      <p:sp>
        <p:nvSpPr>
          <p:cNvPr id="47" name="Shape 45"/>
          <p:cNvSpPr/>
          <p:nvPr/>
        </p:nvSpPr>
        <p:spPr>
          <a:xfrm>
            <a:off x="9464040" y="3767328"/>
            <a:ext cx="1965960" cy="146304"/>
          </a:xfrm>
          <a:prstGeom prst="rect">
            <a:avLst/>
          </a:prstGeom>
          <a:solidFill>
            <a:srgbClr val="BFC0D6"/>
          </a:solidFill>
          <a:ln w="12700">
            <a:solidFill>
              <a:srgbClr val="BFC0D6">
                <a:alpha val="0"/>
              </a:srgbClr>
            </a:solidFill>
            <a:prstDash val="solid"/>
          </a:ln>
        </p:spPr>
      </p:sp>
      <p:sp>
        <p:nvSpPr>
          <p:cNvPr id="48" name="Text 46"/>
          <p:cNvSpPr/>
          <p:nvPr/>
        </p:nvSpPr>
        <p:spPr>
          <a:xfrm>
            <a:off x="8229600" y="868680"/>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49" name="Text 47"/>
          <p:cNvSpPr/>
          <p:nvPr/>
        </p:nvSpPr>
        <p:spPr>
          <a:xfrm rot="420000">
            <a:off x="8567928" y="1353312"/>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0" name="Text 48"/>
          <p:cNvSpPr/>
          <p:nvPr/>
        </p:nvSpPr>
        <p:spPr>
          <a:xfrm rot="840000">
            <a:off x="8906256" y="1837944"/>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1" name="Text 49"/>
          <p:cNvSpPr/>
          <p:nvPr/>
        </p:nvSpPr>
        <p:spPr>
          <a:xfrm rot="1260000">
            <a:off x="9244584" y="2322576"/>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2" name="Text 50"/>
          <p:cNvSpPr/>
          <p:nvPr/>
        </p:nvSpPr>
        <p:spPr>
          <a:xfrm rot="1680000">
            <a:off x="9582912" y="2807208"/>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3" name="Text 51"/>
          <p:cNvSpPr/>
          <p:nvPr/>
        </p:nvSpPr>
        <p:spPr>
          <a:xfrm rot="2100000">
            <a:off x="9921240" y="3291840"/>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4" name="Text 52"/>
          <p:cNvSpPr/>
          <p:nvPr/>
        </p:nvSpPr>
        <p:spPr>
          <a:xfrm rot="2520000">
            <a:off x="10259568" y="3776472"/>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5" name="Text 53"/>
          <p:cNvSpPr/>
          <p:nvPr/>
        </p:nvSpPr>
        <p:spPr>
          <a:xfrm rot="2940000">
            <a:off x="10597896" y="4261104"/>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6" name="Text 54"/>
          <p:cNvSpPr/>
          <p:nvPr/>
        </p:nvSpPr>
        <p:spPr>
          <a:xfrm rot="3360000">
            <a:off x="10936224" y="1179576"/>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7" name="Text 55"/>
          <p:cNvSpPr/>
          <p:nvPr/>
        </p:nvSpPr>
        <p:spPr>
          <a:xfrm rot="3780000">
            <a:off x="11274552" y="1664208"/>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8" name="Text 56"/>
          <p:cNvSpPr/>
          <p:nvPr/>
        </p:nvSpPr>
        <p:spPr>
          <a:xfrm rot="4200000">
            <a:off x="8412480" y="2148840"/>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9" name="Text 57"/>
          <p:cNvSpPr/>
          <p:nvPr/>
        </p:nvSpPr>
        <p:spPr>
          <a:xfrm rot="4620000">
            <a:off x="8750808" y="2633472"/>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60" name="Text 58"/>
          <p:cNvSpPr/>
          <p:nvPr/>
        </p:nvSpPr>
        <p:spPr>
          <a:xfrm rot="5040000">
            <a:off x="9089136" y="3118104"/>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61" name="Text 59"/>
          <p:cNvSpPr/>
          <p:nvPr/>
        </p:nvSpPr>
        <p:spPr>
          <a:xfrm rot="5460000">
            <a:off x="9427464" y="3602736"/>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62" name="Text 60"/>
          <p:cNvSpPr/>
          <p:nvPr/>
        </p:nvSpPr>
        <p:spPr>
          <a:xfrm>
            <a:off x="530352" y="6473952"/>
            <a:ext cx="4023360" cy="164592"/>
          </a:xfrm>
          <a:prstGeom prst="rect">
            <a:avLst/>
          </a:prstGeom>
          <a:noFill/>
          <a:ln/>
        </p:spPr>
        <p:txBody>
          <a:bodyPr wrap="square" rtlCol="0" anchor="ctr"/>
          <a:lstStyle/>
          <a:p>
            <a:pPr indent="0" marL="0">
              <a:buNone/>
            </a:pPr>
            <a:r>
              <a:rPr lang="en-US" sz="800" dirty="0">
                <a:solidFill>
                  <a:srgbClr val="FBD7FF"/>
                </a:solidFill>
                <a:latin typeface="Avenir Next" pitchFamily="34" charset="0"/>
                <a:ea typeface="Avenir Next" pitchFamily="34" charset="-122"/>
                <a:cs typeface="Avenir Next" pitchFamily="34" charset="-120"/>
              </a:rPr>
              <a:t>ELITE Plan / Agent Customization Program</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9D3F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5C1FA"/>
          </a:solidFill>
          <a:ln w="12700">
            <a:solidFill>
              <a:srgbClr val="F5C1FA"/>
            </a:solidFill>
            <a:prstDash val="solid"/>
          </a:ln>
        </p:spPr>
      </p:sp>
      <p:sp>
        <p:nvSpPr>
          <p:cNvPr id="3" name="Shape 1"/>
          <p:cNvSpPr/>
          <p:nvPr/>
        </p:nvSpPr>
        <p:spPr>
          <a:xfrm>
            <a:off x="0" y="0"/>
            <a:ext cx="12191695" cy="6858000"/>
          </a:xfrm>
          <a:prstGeom prst="rect">
            <a:avLst/>
          </a:prstGeom>
          <a:solidFill>
            <a:srgbClr val="7B18D8">
              <a:alpha val="48000"/>
            </a:srgbClr>
          </a:solidFill>
          <a:ln w="12700">
            <a:solidFill>
              <a:srgbClr val="7B18D8">
                <a:alpha val="0"/>
              </a:srgbClr>
            </a:solidFill>
            <a:prstDash val="solid"/>
          </a:ln>
        </p:spPr>
      </p:sp>
      <p:sp>
        <p:nvSpPr>
          <p:cNvPr id="4" name="Shape 2"/>
          <p:cNvSpPr/>
          <p:nvPr/>
        </p:nvSpPr>
        <p:spPr>
          <a:xfrm rot="20880000">
            <a:off x="-1463040" y="-731520"/>
            <a:ext cx="8412480" cy="4754880"/>
          </a:xfrm>
          <a:prstGeom prst="arc">
            <a:avLst/>
          </a:prstGeom>
          <a:solidFill>
            <a:srgbClr val="FFFFFF">
              <a:alpha val="0"/>
            </a:srgbClr>
          </a:solidFill>
          <a:ln w="27940">
            <a:solidFill>
              <a:srgbClr val="FFFFFF">
                <a:alpha val="46000"/>
              </a:srgbClr>
            </a:solidFill>
            <a:prstDash val="solid"/>
          </a:ln>
        </p:spPr>
      </p:sp>
      <p:sp>
        <p:nvSpPr>
          <p:cNvPr id="5" name="Shape 3"/>
          <p:cNvSpPr/>
          <p:nvPr/>
        </p:nvSpPr>
        <p:spPr>
          <a:xfrm rot="720000">
            <a:off x="2926080" y="182880"/>
            <a:ext cx="8046720" cy="4572000"/>
          </a:xfrm>
          <a:prstGeom prst="arc">
            <a:avLst/>
          </a:prstGeom>
          <a:solidFill>
            <a:srgbClr val="FFFFFF">
              <a:alpha val="0"/>
            </a:srgbClr>
          </a:solidFill>
          <a:ln w="17780">
            <a:solidFill>
              <a:srgbClr val="FFFFFF">
                <a:alpha val="32000"/>
              </a:srgbClr>
            </a:solidFill>
            <a:prstDash val="solid"/>
          </a:ln>
        </p:spPr>
      </p:sp>
      <p:sp>
        <p:nvSpPr>
          <p:cNvPr id="6" name="Shape 4"/>
          <p:cNvSpPr/>
          <p:nvPr/>
        </p:nvSpPr>
        <p:spPr>
          <a:xfrm>
            <a:off x="4718304" y="804672"/>
            <a:ext cx="73152" cy="73152"/>
          </a:xfrm>
          <a:prstGeom prst="ellipse">
            <a:avLst/>
          </a:prstGeom>
          <a:solidFill>
            <a:srgbClr val="FFE083">
              <a:alpha val="80000"/>
            </a:srgbClr>
          </a:solidFill>
          <a:ln w="12700">
            <a:solidFill>
              <a:srgbClr val="FFE083">
                <a:alpha val="0"/>
              </a:srgbClr>
            </a:solidFill>
            <a:prstDash val="solid"/>
          </a:ln>
        </p:spPr>
      </p:sp>
      <p:sp>
        <p:nvSpPr>
          <p:cNvPr id="7" name="Shape 5"/>
          <p:cNvSpPr/>
          <p:nvPr/>
        </p:nvSpPr>
        <p:spPr>
          <a:xfrm>
            <a:off x="5477256" y="2057400"/>
            <a:ext cx="36576" cy="36576"/>
          </a:xfrm>
          <a:prstGeom prst="ellipse">
            <a:avLst/>
          </a:prstGeom>
          <a:solidFill>
            <a:srgbClr val="FFFFFF">
              <a:alpha val="68000"/>
            </a:srgbClr>
          </a:solidFill>
          <a:ln w="12700">
            <a:solidFill>
              <a:srgbClr val="FFFFFF">
                <a:alpha val="0"/>
              </a:srgbClr>
            </a:solidFill>
            <a:prstDash val="solid"/>
          </a:ln>
        </p:spPr>
      </p:sp>
      <p:sp>
        <p:nvSpPr>
          <p:cNvPr id="8" name="Shape 6"/>
          <p:cNvSpPr/>
          <p:nvPr/>
        </p:nvSpPr>
        <p:spPr>
          <a:xfrm>
            <a:off x="6236208" y="3310128"/>
            <a:ext cx="36576" cy="36576"/>
          </a:xfrm>
          <a:prstGeom prst="ellipse">
            <a:avLst/>
          </a:prstGeom>
          <a:solidFill>
            <a:srgbClr val="FFFFFF">
              <a:alpha val="68000"/>
            </a:srgbClr>
          </a:solidFill>
          <a:ln w="12700">
            <a:solidFill>
              <a:srgbClr val="FFFFFF">
                <a:alpha val="0"/>
              </a:srgbClr>
            </a:solidFill>
            <a:prstDash val="solid"/>
          </a:ln>
        </p:spPr>
      </p:sp>
      <p:sp>
        <p:nvSpPr>
          <p:cNvPr id="9" name="Shape 7"/>
          <p:cNvSpPr/>
          <p:nvPr/>
        </p:nvSpPr>
        <p:spPr>
          <a:xfrm>
            <a:off x="6995160" y="4562856"/>
            <a:ext cx="36576" cy="36576"/>
          </a:xfrm>
          <a:prstGeom prst="ellipse">
            <a:avLst/>
          </a:prstGeom>
          <a:solidFill>
            <a:srgbClr val="FFE083">
              <a:alpha val="80000"/>
            </a:srgbClr>
          </a:solidFill>
          <a:ln w="12700">
            <a:solidFill>
              <a:srgbClr val="FFE083">
                <a:alpha val="0"/>
              </a:srgbClr>
            </a:solidFill>
            <a:prstDash val="solid"/>
          </a:ln>
        </p:spPr>
      </p:sp>
      <p:sp>
        <p:nvSpPr>
          <p:cNvPr id="10" name="Shape 8"/>
          <p:cNvSpPr/>
          <p:nvPr/>
        </p:nvSpPr>
        <p:spPr>
          <a:xfrm>
            <a:off x="7754112" y="5815584"/>
            <a:ext cx="73152" cy="73152"/>
          </a:xfrm>
          <a:prstGeom prst="ellipse">
            <a:avLst/>
          </a:prstGeom>
          <a:solidFill>
            <a:srgbClr val="FFFFFF">
              <a:alpha val="68000"/>
            </a:srgbClr>
          </a:solidFill>
          <a:ln w="12700">
            <a:solidFill>
              <a:srgbClr val="FFFFFF">
                <a:alpha val="0"/>
              </a:srgbClr>
            </a:solidFill>
            <a:prstDash val="solid"/>
          </a:ln>
        </p:spPr>
      </p:sp>
      <p:sp>
        <p:nvSpPr>
          <p:cNvPr id="11" name="Shape 9"/>
          <p:cNvSpPr/>
          <p:nvPr/>
        </p:nvSpPr>
        <p:spPr>
          <a:xfrm>
            <a:off x="8513064" y="1399032"/>
            <a:ext cx="36576" cy="36576"/>
          </a:xfrm>
          <a:prstGeom prst="ellipse">
            <a:avLst/>
          </a:prstGeom>
          <a:solidFill>
            <a:srgbClr val="FFFFFF">
              <a:alpha val="68000"/>
            </a:srgbClr>
          </a:solidFill>
          <a:ln w="12700">
            <a:solidFill>
              <a:srgbClr val="FFFFFF">
                <a:alpha val="0"/>
              </a:srgbClr>
            </a:solidFill>
            <a:prstDash val="solid"/>
          </a:ln>
        </p:spPr>
      </p:sp>
      <p:sp>
        <p:nvSpPr>
          <p:cNvPr id="12" name="Shape 10"/>
          <p:cNvSpPr/>
          <p:nvPr/>
        </p:nvSpPr>
        <p:spPr>
          <a:xfrm>
            <a:off x="9272016" y="2651760"/>
            <a:ext cx="36576" cy="36576"/>
          </a:xfrm>
          <a:prstGeom prst="ellipse">
            <a:avLst/>
          </a:prstGeom>
          <a:solidFill>
            <a:srgbClr val="FFE083">
              <a:alpha val="80000"/>
            </a:srgbClr>
          </a:solidFill>
          <a:ln w="12700">
            <a:solidFill>
              <a:srgbClr val="FFE083">
                <a:alpha val="0"/>
              </a:srgbClr>
            </a:solidFill>
            <a:prstDash val="solid"/>
          </a:ln>
        </p:spPr>
      </p:sp>
      <p:sp>
        <p:nvSpPr>
          <p:cNvPr id="13" name="Shape 11"/>
          <p:cNvSpPr/>
          <p:nvPr/>
        </p:nvSpPr>
        <p:spPr>
          <a:xfrm>
            <a:off x="10030968" y="3904488"/>
            <a:ext cx="36576" cy="36576"/>
          </a:xfrm>
          <a:prstGeom prst="ellipse">
            <a:avLst/>
          </a:prstGeom>
          <a:solidFill>
            <a:srgbClr val="FFFFFF">
              <a:alpha val="68000"/>
            </a:srgbClr>
          </a:solidFill>
          <a:ln w="12700">
            <a:solidFill>
              <a:srgbClr val="FFFFFF">
                <a:alpha val="0"/>
              </a:srgbClr>
            </a:solidFill>
            <a:prstDash val="solid"/>
          </a:ln>
        </p:spPr>
      </p:sp>
      <p:sp>
        <p:nvSpPr>
          <p:cNvPr id="14" name="Shape 12"/>
          <p:cNvSpPr/>
          <p:nvPr/>
        </p:nvSpPr>
        <p:spPr>
          <a:xfrm>
            <a:off x="274320" y="5157216"/>
            <a:ext cx="73152" cy="73152"/>
          </a:xfrm>
          <a:prstGeom prst="ellipse">
            <a:avLst/>
          </a:prstGeom>
          <a:solidFill>
            <a:srgbClr val="FFFFFF">
              <a:alpha val="68000"/>
            </a:srgbClr>
          </a:solidFill>
          <a:ln w="12700">
            <a:solidFill>
              <a:srgbClr val="FFFFFF">
                <a:alpha val="0"/>
              </a:srgbClr>
            </a:solidFill>
            <a:prstDash val="solid"/>
          </a:ln>
        </p:spPr>
      </p:sp>
      <p:sp>
        <p:nvSpPr>
          <p:cNvPr id="15" name="Shape 13"/>
          <p:cNvSpPr/>
          <p:nvPr/>
        </p:nvSpPr>
        <p:spPr>
          <a:xfrm>
            <a:off x="1033272" y="740664"/>
            <a:ext cx="36576" cy="36576"/>
          </a:xfrm>
          <a:prstGeom prst="ellipse">
            <a:avLst/>
          </a:prstGeom>
          <a:solidFill>
            <a:srgbClr val="FFE083">
              <a:alpha val="80000"/>
            </a:srgbClr>
          </a:solidFill>
          <a:ln w="12700">
            <a:solidFill>
              <a:srgbClr val="FFE083">
                <a:alpha val="0"/>
              </a:srgbClr>
            </a:solidFill>
            <a:prstDash val="solid"/>
          </a:ln>
        </p:spPr>
      </p:sp>
      <p:sp>
        <p:nvSpPr>
          <p:cNvPr id="16" name="Shape 14"/>
          <p:cNvSpPr/>
          <p:nvPr/>
        </p:nvSpPr>
        <p:spPr>
          <a:xfrm>
            <a:off x="1792224" y="1993392"/>
            <a:ext cx="36576" cy="36576"/>
          </a:xfrm>
          <a:prstGeom prst="ellipse">
            <a:avLst/>
          </a:prstGeom>
          <a:solidFill>
            <a:srgbClr val="FFFFFF">
              <a:alpha val="68000"/>
            </a:srgbClr>
          </a:solidFill>
          <a:ln w="12700">
            <a:solidFill>
              <a:srgbClr val="FFFFFF">
                <a:alpha val="0"/>
              </a:srgbClr>
            </a:solidFill>
            <a:prstDash val="solid"/>
          </a:ln>
        </p:spPr>
      </p:sp>
      <p:sp>
        <p:nvSpPr>
          <p:cNvPr id="17" name="Shape 15"/>
          <p:cNvSpPr/>
          <p:nvPr/>
        </p:nvSpPr>
        <p:spPr>
          <a:xfrm>
            <a:off x="2551176" y="3246120"/>
            <a:ext cx="36576" cy="36576"/>
          </a:xfrm>
          <a:prstGeom prst="ellipse">
            <a:avLst/>
          </a:prstGeom>
          <a:solidFill>
            <a:srgbClr val="FFFFFF">
              <a:alpha val="68000"/>
            </a:srgbClr>
          </a:solidFill>
          <a:ln w="12700">
            <a:solidFill>
              <a:srgbClr val="FFFFFF">
                <a:alpha val="0"/>
              </a:srgbClr>
            </a:solidFill>
            <a:prstDash val="solid"/>
          </a:ln>
        </p:spPr>
      </p:sp>
      <p:sp>
        <p:nvSpPr>
          <p:cNvPr id="18" name="Shape 16"/>
          <p:cNvSpPr/>
          <p:nvPr/>
        </p:nvSpPr>
        <p:spPr>
          <a:xfrm>
            <a:off x="3310128" y="4498848"/>
            <a:ext cx="73152" cy="73152"/>
          </a:xfrm>
          <a:prstGeom prst="ellipse">
            <a:avLst/>
          </a:prstGeom>
          <a:solidFill>
            <a:srgbClr val="FFE083">
              <a:alpha val="80000"/>
            </a:srgbClr>
          </a:solidFill>
          <a:ln w="12700">
            <a:solidFill>
              <a:srgbClr val="FFE083">
                <a:alpha val="0"/>
              </a:srgbClr>
            </a:solidFill>
            <a:prstDash val="solid"/>
          </a:ln>
        </p:spPr>
      </p:sp>
      <p:sp>
        <p:nvSpPr>
          <p:cNvPr id="19" name="Shape 17"/>
          <p:cNvSpPr/>
          <p:nvPr/>
        </p:nvSpPr>
        <p:spPr>
          <a:xfrm>
            <a:off x="4069080" y="5751576"/>
            <a:ext cx="36576" cy="36576"/>
          </a:xfrm>
          <a:prstGeom prst="ellipse">
            <a:avLst/>
          </a:prstGeom>
          <a:solidFill>
            <a:srgbClr val="FFFFFF">
              <a:alpha val="68000"/>
            </a:srgbClr>
          </a:solidFill>
          <a:ln w="12700">
            <a:solidFill>
              <a:srgbClr val="FFFFFF">
                <a:alpha val="0"/>
              </a:srgbClr>
            </a:solidFill>
            <a:prstDash val="solid"/>
          </a:ln>
        </p:spPr>
      </p:sp>
      <p:sp>
        <p:nvSpPr>
          <p:cNvPr id="20" name="Shape 18"/>
          <p:cNvSpPr/>
          <p:nvPr/>
        </p:nvSpPr>
        <p:spPr>
          <a:xfrm>
            <a:off x="4828032" y="1335024"/>
            <a:ext cx="36576" cy="36576"/>
          </a:xfrm>
          <a:prstGeom prst="ellipse">
            <a:avLst/>
          </a:prstGeom>
          <a:solidFill>
            <a:srgbClr val="FFFFFF">
              <a:alpha val="68000"/>
            </a:srgbClr>
          </a:solidFill>
          <a:ln w="12700">
            <a:solidFill>
              <a:srgbClr val="FFFFFF">
                <a:alpha val="0"/>
              </a:srgbClr>
            </a:solidFill>
            <a:prstDash val="solid"/>
          </a:ln>
        </p:spPr>
      </p:sp>
      <p:sp>
        <p:nvSpPr>
          <p:cNvPr id="21" name="Shape 19"/>
          <p:cNvSpPr/>
          <p:nvPr/>
        </p:nvSpPr>
        <p:spPr>
          <a:xfrm>
            <a:off x="5586984" y="2587752"/>
            <a:ext cx="36576" cy="36576"/>
          </a:xfrm>
          <a:prstGeom prst="ellipse">
            <a:avLst/>
          </a:prstGeom>
          <a:solidFill>
            <a:srgbClr val="FFE083">
              <a:alpha val="80000"/>
            </a:srgbClr>
          </a:solidFill>
          <a:ln w="12700">
            <a:solidFill>
              <a:srgbClr val="FFE083">
                <a:alpha val="0"/>
              </a:srgbClr>
            </a:solidFill>
            <a:prstDash val="solid"/>
          </a:ln>
        </p:spPr>
      </p:sp>
      <p:sp>
        <p:nvSpPr>
          <p:cNvPr id="22" name="Shape 20"/>
          <p:cNvSpPr/>
          <p:nvPr/>
        </p:nvSpPr>
        <p:spPr>
          <a:xfrm>
            <a:off x="6345936" y="3840480"/>
            <a:ext cx="73152" cy="73152"/>
          </a:xfrm>
          <a:prstGeom prst="ellipse">
            <a:avLst/>
          </a:prstGeom>
          <a:solidFill>
            <a:srgbClr val="FFFFFF">
              <a:alpha val="68000"/>
            </a:srgbClr>
          </a:solidFill>
          <a:ln w="12700">
            <a:solidFill>
              <a:srgbClr val="FFFFFF">
                <a:alpha val="0"/>
              </a:srgbClr>
            </a:solidFill>
            <a:prstDash val="solid"/>
          </a:ln>
        </p:spPr>
      </p:sp>
      <p:sp>
        <p:nvSpPr>
          <p:cNvPr id="23" name="Shape 21"/>
          <p:cNvSpPr/>
          <p:nvPr/>
        </p:nvSpPr>
        <p:spPr>
          <a:xfrm>
            <a:off x="7104888" y="5093208"/>
            <a:ext cx="36576" cy="36576"/>
          </a:xfrm>
          <a:prstGeom prst="ellipse">
            <a:avLst/>
          </a:prstGeom>
          <a:solidFill>
            <a:srgbClr val="FFFFFF">
              <a:alpha val="68000"/>
            </a:srgbClr>
          </a:solidFill>
          <a:ln w="12700">
            <a:solidFill>
              <a:srgbClr val="FFFFFF">
                <a:alpha val="0"/>
              </a:srgbClr>
            </a:solidFill>
            <a:prstDash val="solid"/>
          </a:ln>
        </p:spPr>
      </p:sp>
      <p:sp>
        <p:nvSpPr>
          <p:cNvPr id="24" name="Shape 22"/>
          <p:cNvSpPr/>
          <p:nvPr/>
        </p:nvSpPr>
        <p:spPr>
          <a:xfrm>
            <a:off x="0" y="6364224"/>
            <a:ext cx="12191695" cy="493776"/>
          </a:xfrm>
          <a:prstGeom prst="rect">
            <a:avLst/>
          </a:prstGeom>
          <a:solidFill>
            <a:srgbClr val="33004F">
              <a:alpha val="88000"/>
            </a:srgbClr>
          </a:solidFill>
          <a:ln w="12700">
            <a:solidFill>
              <a:srgbClr val="33004F">
                <a:alpha val="0"/>
              </a:srgbClr>
            </a:solidFill>
            <a:prstDash val="solid"/>
          </a:ln>
        </p:spPr>
      </p:sp>
      <p:sp>
        <p:nvSpPr>
          <p:cNvPr id="25" name="Shape 23"/>
          <p:cNvSpPr/>
          <p:nvPr/>
        </p:nvSpPr>
        <p:spPr>
          <a:xfrm>
            <a:off x="502920" y="384048"/>
            <a:ext cx="4526280" cy="530352"/>
          </a:xfrm>
          <a:prstGeom prst="rect">
            <a:avLst/>
          </a:prstGeom>
          <a:solidFill>
            <a:srgbClr val="FFFFFF">
              <a:alpha val="96000"/>
            </a:srgbClr>
          </a:solidFill>
          <a:ln w="12700">
            <a:solidFill>
              <a:srgbClr val="FFFFFF">
                <a:alpha val="0"/>
              </a:srgbClr>
            </a:solidFill>
            <a:prstDash val="solid"/>
          </a:ln>
        </p:spPr>
      </p:sp>
      <p:sp>
        <p:nvSpPr>
          <p:cNvPr id="26" name="Text 24"/>
          <p:cNvSpPr/>
          <p:nvPr/>
        </p:nvSpPr>
        <p:spPr>
          <a:xfrm>
            <a:off x="658368" y="484632"/>
            <a:ext cx="4160520" cy="256032"/>
          </a:xfrm>
          <a:prstGeom prst="rect">
            <a:avLst/>
          </a:prstGeom>
          <a:noFill/>
          <a:ln/>
        </p:spPr>
        <p:txBody>
          <a:bodyPr wrap="square" rtlCol="0" anchor="ctr">
            <a:normAutofit/>
          </a:bodyPr>
          <a:lstStyle/>
          <a:p>
            <a:pPr indent="0" marL="0">
              <a:buNone/>
            </a:pPr>
            <a:r>
              <a:rPr lang="en-US" sz="1600" b="1" dirty="0">
                <a:solidFill>
                  <a:srgbClr val="E8005A"/>
                </a:solidFill>
                <a:latin typeface="Hiragino Sans" pitchFamily="34" charset="0"/>
                <a:ea typeface="Hiragino Sans" pitchFamily="34" charset="-122"/>
                <a:cs typeface="Hiragino Sans" pitchFamily="34" charset="-120"/>
              </a:rPr>
              <a:t>ELITE プラン 特別ページ  /  17</a:t>
            </a:r>
            <a:endParaRPr lang="en-US" sz="1600" dirty="0"/>
          </a:p>
        </p:txBody>
      </p:sp>
      <p:sp>
        <p:nvSpPr>
          <p:cNvPr id="27" name="Shape 25"/>
          <p:cNvSpPr/>
          <p:nvPr/>
        </p:nvSpPr>
        <p:spPr>
          <a:xfrm>
            <a:off x="502920" y="1143000"/>
            <a:ext cx="8732520" cy="822960"/>
          </a:xfrm>
          <a:prstGeom prst="rect">
            <a:avLst/>
          </a:prstGeom>
          <a:solidFill>
            <a:srgbClr val="E8005A"/>
          </a:solidFill>
          <a:ln w="12700">
            <a:solidFill>
              <a:srgbClr val="E8005A">
                <a:alpha val="0"/>
              </a:srgbClr>
            </a:solidFill>
            <a:prstDash val="solid"/>
          </a:ln>
        </p:spPr>
      </p:sp>
      <p:sp>
        <p:nvSpPr>
          <p:cNvPr id="28" name="Shape 26"/>
          <p:cNvSpPr/>
          <p:nvPr/>
        </p:nvSpPr>
        <p:spPr>
          <a:xfrm>
            <a:off x="8458200" y="1143000"/>
            <a:ext cx="1737360" cy="822960"/>
          </a:xfrm>
          <a:prstGeom prst="rect">
            <a:avLst/>
          </a:prstGeom>
          <a:solidFill>
            <a:srgbClr val="B00083"/>
          </a:solidFill>
          <a:ln w="12700">
            <a:solidFill>
              <a:srgbClr val="B00083">
                <a:alpha val="0"/>
              </a:srgbClr>
            </a:solidFill>
            <a:prstDash val="solid"/>
          </a:ln>
        </p:spPr>
      </p:sp>
      <p:sp>
        <p:nvSpPr>
          <p:cNvPr id="29" name="Text 27"/>
          <p:cNvSpPr/>
          <p:nvPr/>
        </p:nvSpPr>
        <p:spPr>
          <a:xfrm>
            <a:off x="749808" y="1271016"/>
            <a:ext cx="8823960" cy="438912"/>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Hiragino Sans" pitchFamily="34" charset="0"/>
                <a:ea typeface="Hiragino Sans" pitchFamily="34" charset="-122"/>
                <a:cs typeface="Hiragino Sans" pitchFamily="34" charset="-120"/>
              </a:rPr>
              <a:t>まとめ：AIエージェントを“自分の武器”にする</a:t>
            </a:r>
            <a:endParaRPr lang="en-US" sz="2900" dirty="0"/>
          </a:p>
        </p:txBody>
      </p:sp>
      <p:sp>
        <p:nvSpPr>
          <p:cNvPr id="30" name="Text 28"/>
          <p:cNvSpPr/>
          <p:nvPr/>
        </p:nvSpPr>
        <p:spPr>
          <a:xfrm>
            <a:off x="566928" y="2249424"/>
            <a:ext cx="4297680" cy="310896"/>
          </a:xfrm>
          <a:prstGeom prst="rect">
            <a:avLst/>
          </a:prstGeom>
          <a:noFill/>
          <a:ln/>
        </p:spPr>
        <p:txBody>
          <a:bodyPr wrap="square" rtlCol="0" anchor="ctr">
            <a:normAutofit/>
          </a:bodyPr>
          <a:lstStyle/>
          <a:p>
            <a:pPr indent="0" marL="0">
              <a:buNone/>
            </a:pPr>
            <a:r>
              <a:rPr lang="en-US" sz="1400" b="1" dirty="0">
                <a:solidFill>
                  <a:srgbClr val="E8005A"/>
                </a:solidFill>
                <a:latin typeface="Hiragino Sans" pitchFamily="34" charset="0"/>
                <a:ea typeface="Hiragino Sans" pitchFamily="34" charset="-122"/>
                <a:cs typeface="Hiragino Sans" pitchFamily="34" charset="-120"/>
              </a:rPr>
              <a:t>12週間で、使う側へ</a:t>
            </a:r>
            <a:endParaRPr lang="en-US" sz="1400" dirty="0"/>
          </a:p>
        </p:txBody>
      </p:sp>
      <p:sp>
        <p:nvSpPr>
          <p:cNvPr id="31" name="Text 29"/>
          <p:cNvSpPr/>
          <p:nvPr/>
        </p:nvSpPr>
        <p:spPr>
          <a:xfrm>
            <a:off x="566928" y="2596896"/>
            <a:ext cx="6217920" cy="987552"/>
          </a:xfrm>
          <a:prstGeom prst="rect">
            <a:avLst/>
          </a:prstGeom>
          <a:noFill/>
          <a:ln/>
        </p:spPr>
        <p:txBody>
          <a:bodyPr wrap="square" rtlCol="0" anchor="ctr">
            <a:normAutofit/>
          </a:bodyPr>
          <a:lstStyle/>
          <a:p>
            <a:pPr indent="0" marL="0">
              <a:buNone/>
            </a:pPr>
            <a:r>
              <a:rPr lang="en-US" sz="2500" b="1" dirty="0">
                <a:solidFill>
                  <a:srgbClr val="2B1B3A"/>
                </a:solidFill>
                <a:latin typeface="Hiragino Sans" pitchFamily="34" charset="0"/>
                <a:ea typeface="Hiragino Sans" pitchFamily="34" charset="-122"/>
                <a:cs typeface="Hiragino Sans" pitchFamily="34" charset="-120"/>
              </a:rPr>
              <a:t>骨組みを自分用に育て、人的資本から収益化へ進む。</a:t>
            </a:r>
            <a:endParaRPr lang="en-US" sz="2500" dirty="0"/>
          </a:p>
        </p:txBody>
      </p:sp>
      <p:sp>
        <p:nvSpPr>
          <p:cNvPr id="32" name="Shape 30"/>
          <p:cNvSpPr/>
          <p:nvPr/>
        </p:nvSpPr>
        <p:spPr>
          <a:xfrm>
            <a:off x="585216" y="3822192"/>
            <a:ext cx="146304" cy="146304"/>
          </a:xfrm>
          <a:prstGeom prst="rect">
            <a:avLst/>
          </a:prstGeom>
          <a:solidFill>
            <a:srgbClr val="E8005A"/>
          </a:solidFill>
          <a:ln w="12700">
            <a:solidFill>
              <a:srgbClr val="E8005A">
                <a:alpha val="0"/>
              </a:srgbClr>
            </a:solidFill>
            <a:prstDash val="solid"/>
          </a:ln>
        </p:spPr>
      </p:sp>
      <p:sp>
        <p:nvSpPr>
          <p:cNvPr id="33" name="Text 31"/>
          <p:cNvSpPr/>
          <p:nvPr/>
        </p:nvSpPr>
        <p:spPr>
          <a:xfrm>
            <a:off x="868680" y="3749040"/>
            <a:ext cx="5303520" cy="310896"/>
          </a:xfrm>
          <a:prstGeom prst="rect">
            <a:avLst/>
          </a:prstGeom>
          <a:noFill/>
          <a:ln/>
        </p:spPr>
        <p:txBody>
          <a:bodyPr wrap="square" rtlCol="0" anchor="ctr">
            <a:normAutofit/>
          </a:bodyPr>
          <a:lstStyle/>
          <a:p>
            <a:pPr indent="0" marL="0">
              <a:buNone/>
            </a:pPr>
            <a:r>
              <a:rPr lang="en-US" sz="1700" b="1" dirty="0">
                <a:solidFill>
                  <a:srgbClr val="2B1B3A"/>
                </a:solidFill>
                <a:latin typeface="Hiragino Sans" pitchFamily="34" charset="0"/>
                <a:ea typeface="Hiragino Sans" pitchFamily="34" charset="-122"/>
                <a:cs typeface="Hiragino Sans" pitchFamily="34" charset="-120"/>
              </a:rPr>
              <a:t>今やる：二極化時代の先行者利益</a:t>
            </a:r>
            <a:endParaRPr lang="en-US" sz="1700" dirty="0"/>
          </a:p>
        </p:txBody>
      </p:sp>
      <p:sp>
        <p:nvSpPr>
          <p:cNvPr id="34" name="Shape 32"/>
          <p:cNvSpPr/>
          <p:nvPr/>
        </p:nvSpPr>
        <p:spPr>
          <a:xfrm>
            <a:off x="585216" y="4352544"/>
            <a:ext cx="146304" cy="146304"/>
          </a:xfrm>
          <a:prstGeom prst="rect">
            <a:avLst/>
          </a:prstGeom>
          <a:solidFill>
            <a:srgbClr val="7B18D8"/>
          </a:solidFill>
          <a:ln w="12700">
            <a:solidFill>
              <a:srgbClr val="7B18D8">
                <a:alpha val="0"/>
              </a:srgbClr>
            </a:solidFill>
            <a:prstDash val="solid"/>
          </a:ln>
        </p:spPr>
      </p:sp>
      <p:sp>
        <p:nvSpPr>
          <p:cNvPr id="35" name="Text 33"/>
          <p:cNvSpPr/>
          <p:nvPr/>
        </p:nvSpPr>
        <p:spPr>
          <a:xfrm>
            <a:off x="868680" y="4279392"/>
            <a:ext cx="5303520" cy="310896"/>
          </a:xfrm>
          <a:prstGeom prst="rect">
            <a:avLst/>
          </a:prstGeom>
          <a:noFill/>
          <a:ln/>
        </p:spPr>
        <p:txBody>
          <a:bodyPr wrap="square" rtlCol="0" anchor="ctr">
            <a:normAutofit/>
          </a:bodyPr>
          <a:lstStyle/>
          <a:p>
            <a:pPr indent="0" marL="0">
              <a:buNone/>
            </a:pPr>
            <a:r>
              <a:rPr lang="en-US" sz="1700" b="1" dirty="0">
                <a:solidFill>
                  <a:srgbClr val="2B1B3A"/>
                </a:solidFill>
                <a:latin typeface="Hiragino Sans" pitchFamily="34" charset="0"/>
                <a:ea typeface="Hiragino Sans" pitchFamily="34" charset="-122"/>
                <a:cs typeface="Hiragino Sans" pitchFamily="34" charset="-120"/>
              </a:rPr>
              <a:t>どうやる：12週間で人的資本化</a:t>
            </a:r>
            <a:endParaRPr lang="en-US" sz="1700" dirty="0"/>
          </a:p>
        </p:txBody>
      </p:sp>
      <p:sp>
        <p:nvSpPr>
          <p:cNvPr id="36" name="Shape 34"/>
          <p:cNvSpPr/>
          <p:nvPr/>
        </p:nvSpPr>
        <p:spPr>
          <a:xfrm>
            <a:off x="585216" y="4882896"/>
            <a:ext cx="146304" cy="146304"/>
          </a:xfrm>
          <a:prstGeom prst="rect">
            <a:avLst/>
          </a:prstGeom>
          <a:solidFill>
            <a:srgbClr val="E8005A"/>
          </a:solidFill>
          <a:ln w="12700">
            <a:solidFill>
              <a:srgbClr val="E8005A">
                <a:alpha val="0"/>
              </a:srgbClr>
            </a:solidFill>
            <a:prstDash val="solid"/>
          </a:ln>
        </p:spPr>
      </p:sp>
      <p:sp>
        <p:nvSpPr>
          <p:cNvPr id="37" name="Text 35"/>
          <p:cNvSpPr/>
          <p:nvPr/>
        </p:nvSpPr>
        <p:spPr>
          <a:xfrm>
            <a:off x="868680" y="4809744"/>
            <a:ext cx="5303520" cy="310896"/>
          </a:xfrm>
          <a:prstGeom prst="rect">
            <a:avLst/>
          </a:prstGeom>
          <a:noFill/>
          <a:ln/>
        </p:spPr>
        <p:txBody>
          <a:bodyPr wrap="square" rtlCol="0" anchor="ctr">
            <a:normAutofit/>
          </a:bodyPr>
          <a:lstStyle/>
          <a:p>
            <a:pPr indent="0" marL="0">
              <a:buNone/>
            </a:pPr>
            <a:r>
              <a:rPr lang="en-US" sz="1700" b="1" dirty="0">
                <a:solidFill>
                  <a:srgbClr val="2B1B3A"/>
                </a:solidFill>
                <a:latin typeface="Hiragino Sans" pitchFamily="34" charset="0"/>
                <a:ea typeface="Hiragino Sans" pitchFamily="34" charset="-122"/>
                <a:cs typeface="Hiragino Sans" pitchFamily="34" charset="-120"/>
              </a:rPr>
              <a:t>どこへ行く：業務改善・案件獲得・提案・副業へ</a:t>
            </a:r>
            <a:endParaRPr lang="en-US" sz="1700" dirty="0"/>
          </a:p>
        </p:txBody>
      </p:sp>
      <p:sp>
        <p:nvSpPr>
          <p:cNvPr id="38" name="Shape 36"/>
          <p:cNvSpPr/>
          <p:nvPr/>
        </p:nvSpPr>
        <p:spPr>
          <a:xfrm>
            <a:off x="8321040" y="960120"/>
            <a:ext cx="3429000" cy="3429000"/>
          </a:xfrm>
          <a:prstGeom prst="ellipse">
            <a:avLst/>
          </a:prstGeom>
          <a:solidFill>
            <a:srgbClr val="FFE083">
              <a:alpha val="37000"/>
            </a:srgbClr>
          </a:solidFill>
          <a:ln w="12700">
            <a:solidFill>
              <a:srgbClr val="FFE083">
                <a:alpha val="0"/>
              </a:srgbClr>
            </a:solidFill>
            <a:prstDash val="solid"/>
          </a:ln>
        </p:spPr>
      </p:sp>
      <p:sp>
        <p:nvSpPr>
          <p:cNvPr id="39" name="Shape 37"/>
          <p:cNvSpPr/>
          <p:nvPr/>
        </p:nvSpPr>
        <p:spPr>
          <a:xfrm>
            <a:off x="8823960" y="1325880"/>
            <a:ext cx="621792" cy="621792"/>
          </a:xfrm>
          <a:prstGeom prst="ellipse">
            <a:avLst/>
          </a:prstGeom>
          <a:solidFill>
            <a:srgbClr val="2A1D36"/>
          </a:solidFill>
          <a:ln w="12700">
            <a:solidFill>
              <a:srgbClr val="2A1D36">
                <a:alpha val="0"/>
              </a:srgbClr>
            </a:solidFill>
            <a:prstDash val="solid"/>
          </a:ln>
        </p:spPr>
      </p:sp>
      <p:sp>
        <p:nvSpPr>
          <p:cNvPr id="40" name="Shape 38"/>
          <p:cNvSpPr/>
          <p:nvPr/>
        </p:nvSpPr>
        <p:spPr>
          <a:xfrm rot="1080000">
            <a:off x="8577072" y="1115568"/>
            <a:ext cx="1005840" cy="731520"/>
          </a:xfrm>
          <a:prstGeom prst="arc">
            <a:avLst/>
          </a:prstGeom>
          <a:solidFill>
            <a:srgbClr val="191121">
              <a:alpha val="0"/>
            </a:srgbClr>
          </a:solidFill>
          <a:ln w="76200">
            <a:solidFill>
              <a:srgbClr val="191121"/>
            </a:solidFill>
            <a:prstDash val="solid"/>
          </a:ln>
        </p:spPr>
      </p:sp>
      <p:sp>
        <p:nvSpPr>
          <p:cNvPr id="41" name="Shape 39"/>
          <p:cNvSpPr/>
          <p:nvPr/>
        </p:nvSpPr>
        <p:spPr>
          <a:xfrm rot="5400000">
            <a:off x="8549640" y="1993392"/>
            <a:ext cx="1325880" cy="1417320"/>
          </a:xfrm>
          <a:prstGeom prst="chevron">
            <a:avLst/>
          </a:prstGeom>
          <a:solidFill>
            <a:srgbClr val="24214C"/>
          </a:solidFill>
          <a:ln w="12700">
            <a:solidFill>
              <a:srgbClr val="24214C">
                <a:alpha val="0"/>
              </a:srgbClr>
            </a:solidFill>
            <a:prstDash val="solid"/>
          </a:ln>
        </p:spPr>
      </p:sp>
      <p:sp>
        <p:nvSpPr>
          <p:cNvPr id="42" name="Shape 40"/>
          <p:cNvSpPr/>
          <p:nvPr/>
        </p:nvSpPr>
        <p:spPr>
          <a:xfrm>
            <a:off x="9646920" y="2926080"/>
            <a:ext cx="1417320" cy="822960"/>
          </a:xfrm>
          <a:prstGeom prst="rect">
            <a:avLst/>
          </a:prstGeom>
          <a:solidFill>
            <a:srgbClr val="EFEAF7"/>
          </a:solidFill>
          <a:ln w="12700">
            <a:solidFill>
              <a:srgbClr val="D3C4E8"/>
            </a:solidFill>
            <a:prstDash val="solid"/>
          </a:ln>
        </p:spPr>
      </p:sp>
      <p:sp>
        <p:nvSpPr>
          <p:cNvPr id="43" name="Shape 41"/>
          <p:cNvSpPr/>
          <p:nvPr/>
        </p:nvSpPr>
        <p:spPr>
          <a:xfrm>
            <a:off x="9464040" y="3767328"/>
            <a:ext cx="1965960" cy="146304"/>
          </a:xfrm>
          <a:prstGeom prst="rect">
            <a:avLst/>
          </a:prstGeom>
          <a:solidFill>
            <a:srgbClr val="BFC0D6"/>
          </a:solidFill>
          <a:ln w="12700">
            <a:solidFill>
              <a:srgbClr val="BFC0D6">
                <a:alpha val="0"/>
              </a:srgbClr>
            </a:solidFill>
            <a:prstDash val="solid"/>
          </a:ln>
        </p:spPr>
      </p:sp>
      <p:sp>
        <p:nvSpPr>
          <p:cNvPr id="44" name="Text 42"/>
          <p:cNvSpPr/>
          <p:nvPr/>
        </p:nvSpPr>
        <p:spPr>
          <a:xfrm>
            <a:off x="8229600" y="868680"/>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45" name="Text 43"/>
          <p:cNvSpPr/>
          <p:nvPr/>
        </p:nvSpPr>
        <p:spPr>
          <a:xfrm rot="420000">
            <a:off x="8567928" y="1353312"/>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46" name="Text 44"/>
          <p:cNvSpPr/>
          <p:nvPr/>
        </p:nvSpPr>
        <p:spPr>
          <a:xfrm rot="840000">
            <a:off x="8906256" y="1837944"/>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47" name="Text 45"/>
          <p:cNvSpPr/>
          <p:nvPr/>
        </p:nvSpPr>
        <p:spPr>
          <a:xfrm rot="1260000">
            <a:off x="9244584" y="2322576"/>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48" name="Text 46"/>
          <p:cNvSpPr/>
          <p:nvPr/>
        </p:nvSpPr>
        <p:spPr>
          <a:xfrm rot="1680000">
            <a:off x="9582912" y="2807208"/>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49" name="Text 47"/>
          <p:cNvSpPr/>
          <p:nvPr/>
        </p:nvSpPr>
        <p:spPr>
          <a:xfrm rot="2100000">
            <a:off x="9921240" y="3291840"/>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0" name="Text 48"/>
          <p:cNvSpPr/>
          <p:nvPr/>
        </p:nvSpPr>
        <p:spPr>
          <a:xfrm rot="2520000">
            <a:off x="10259568" y="3776472"/>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1" name="Text 49"/>
          <p:cNvSpPr/>
          <p:nvPr/>
        </p:nvSpPr>
        <p:spPr>
          <a:xfrm rot="2940000">
            <a:off x="10597896" y="4261104"/>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2" name="Text 50"/>
          <p:cNvSpPr/>
          <p:nvPr/>
        </p:nvSpPr>
        <p:spPr>
          <a:xfrm rot="3360000">
            <a:off x="10936224" y="1179576"/>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3" name="Text 51"/>
          <p:cNvSpPr/>
          <p:nvPr/>
        </p:nvSpPr>
        <p:spPr>
          <a:xfrm rot="3780000">
            <a:off x="11274552" y="1664208"/>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4" name="Text 52"/>
          <p:cNvSpPr/>
          <p:nvPr/>
        </p:nvSpPr>
        <p:spPr>
          <a:xfrm rot="4200000">
            <a:off x="8412480" y="2148840"/>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5" name="Text 53"/>
          <p:cNvSpPr/>
          <p:nvPr/>
        </p:nvSpPr>
        <p:spPr>
          <a:xfrm rot="4620000">
            <a:off x="8750808" y="2633472"/>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6" name="Text 54"/>
          <p:cNvSpPr/>
          <p:nvPr/>
        </p:nvSpPr>
        <p:spPr>
          <a:xfrm rot="5040000">
            <a:off x="9089136" y="3118104"/>
            <a:ext cx="164592" cy="164592"/>
          </a:xfrm>
          <a:prstGeom prst="rect">
            <a:avLst/>
          </a:prstGeom>
          <a:noFill/>
          <a:ln/>
        </p:spPr>
        <p:txBody>
          <a:bodyPr wrap="square" lIns="0" tIns="0" rIns="0" bIns="0" rtlCol="0" anchor="ctr"/>
          <a:lstStyle/>
          <a:p>
            <a:pPr indent="0" marL="0">
              <a:buNone/>
            </a:pPr>
            <a:r>
              <a:rPr lang="en-US" sz="1000" b="1" dirty="0">
                <a:solidFill>
                  <a:srgbClr val="FFE083"/>
                </a:solidFill>
                <a:latin typeface="Hiragino Sans" pitchFamily="34" charset="0"/>
                <a:ea typeface="Hiragino Sans" pitchFamily="34" charset="-122"/>
                <a:cs typeface="Hiragino Sans" pitchFamily="34" charset="-120"/>
              </a:rPr>
              <a:t>✦</a:t>
            </a:r>
            <a:endParaRPr lang="en-US" sz="1000" dirty="0"/>
          </a:p>
        </p:txBody>
      </p:sp>
      <p:sp>
        <p:nvSpPr>
          <p:cNvPr id="57" name="Text 55"/>
          <p:cNvSpPr/>
          <p:nvPr/>
        </p:nvSpPr>
        <p:spPr>
          <a:xfrm rot="5460000">
            <a:off x="9427464" y="3602736"/>
            <a:ext cx="164592" cy="164592"/>
          </a:xfrm>
          <a:prstGeom prst="rect">
            <a:avLst/>
          </a:prstGeom>
          <a:noFill/>
          <a:ln/>
        </p:spPr>
        <p:txBody>
          <a:bodyPr wrap="square" lIns="0" tIns="0" rIns="0" bIns="0" rtlCol="0" anchor="ctr"/>
          <a:lstStyle/>
          <a:p>
            <a:pPr indent="0" marL="0">
              <a:buNone/>
            </a:pPr>
            <a:r>
              <a:rPr lang="en-US" sz="700" b="1" dirty="0">
                <a:solidFill>
                  <a:srgbClr val="FFE083"/>
                </a:solidFill>
                <a:latin typeface="Hiragino Sans" pitchFamily="34" charset="0"/>
                <a:ea typeface="Hiragino Sans" pitchFamily="34" charset="-122"/>
                <a:cs typeface="Hiragino Sans" pitchFamily="34" charset="-120"/>
              </a:rPr>
              <a:t>✦</a:t>
            </a:r>
            <a:endParaRPr lang="en-US" sz="700" dirty="0"/>
          </a:p>
        </p:txBody>
      </p:sp>
      <p:sp>
        <p:nvSpPr>
          <p:cNvPr id="58" name="Text 56"/>
          <p:cNvSpPr/>
          <p:nvPr/>
        </p:nvSpPr>
        <p:spPr>
          <a:xfrm>
            <a:off x="530352" y="6473952"/>
            <a:ext cx="4023360" cy="164592"/>
          </a:xfrm>
          <a:prstGeom prst="rect">
            <a:avLst/>
          </a:prstGeom>
          <a:noFill/>
          <a:ln/>
        </p:spPr>
        <p:txBody>
          <a:bodyPr wrap="square" rtlCol="0" anchor="ctr"/>
          <a:lstStyle/>
          <a:p>
            <a:pPr indent="0" marL="0">
              <a:buNone/>
            </a:pPr>
            <a:r>
              <a:rPr lang="en-US" sz="800" dirty="0">
                <a:solidFill>
                  <a:srgbClr val="FBD7FF"/>
                </a:solidFill>
                <a:latin typeface="Avenir Next" pitchFamily="34" charset="0"/>
                <a:ea typeface="Avenir Next" pitchFamily="34" charset="-122"/>
                <a:cs typeface="Avenir Next" pitchFamily="34" charset="-120"/>
              </a:rPr>
              <a:t>ELITE Plan / Agent Customization Program</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Hiragino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iragin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SHIFT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ELITEプラン全体像動画</dc:title>
  <dc:subject>ELITEプラン全体像動画</dc:subject>
  <dc:creator>Codex</dc:creator>
  <cp:lastModifiedBy>Codex</cp:lastModifiedBy>
  <cp:revision>1</cp:revision>
  <dcterms:created xsi:type="dcterms:W3CDTF">2026-05-25T13:43:46Z</dcterms:created>
  <dcterms:modified xsi:type="dcterms:W3CDTF">2026-05-25T13:43:46Z</dcterms:modified>
</cp:coreProperties>
</file>