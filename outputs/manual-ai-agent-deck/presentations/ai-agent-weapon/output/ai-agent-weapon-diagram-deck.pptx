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4fe106ee7c4416" /><Relationship Type="http://schemas.openxmlformats.org/officeDocument/2006/relationships/extended-properties" Target="/docProps/app.xml" Id="Ra8b605eee0c8410b" /><Relationship Type="http://schemas.openxmlformats.org/officeDocument/2006/relationships/officeDocument" Target="/ppt/presentation.xml" Id="R72681da05f4445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c34d0d551f44e6"/>
  </p:sldMasterIdLst>
  <p:notesMasterIdLst>
    <p:notesMasterId xmlns:r="http://schemas.openxmlformats.org/officeDocument/2006/relationships" r:id="R303645e0583e4bef"/>
  </p:notesMasterIdLst>
  <p:sldIdLst>
    <p:sldId xmlns:r="http://schemas.openxmlformats.org/officeDocument/2006/relationships" id="256" r:id="Re6428a8afd754e12"/>
    <p:sldId xmlns:r="http://schemas.openxmlformats.org/officeDocument/2006/relationships" id="257" r:id="Re6f4a2c928e84155"/>
    <p:sldId xmlns:r="http://schemas.openxmlformats.org/officeDocument/2006/relationships" id="258" r:id="R17dd46671af5475e"/>
    <p:sldId xmlns:r="http://schemas.openxmlformats.org/officeDocument/2006/relationships" id="259" r:id="Rb8c1ade62d9f47d0"/>
    <p:sldId xmlns:r="http://schemas.openxmlformats.org/officeDocument/2006/relationships" id="260" r:id="Rfc8fd5869b8c48de"/>
    <p:sldId xmlns:r="http://schemas.openxmlformats.org/officeDocument/2006/relationships" id="261" r:id="Rfe8fb21c88d7406e"/>
    <p:sldId xmlns:r="http://schemas.openxmlformats.org/officeDocument/2006/relationships" id="262" r:id="R982866048bcd4a54"/>
    <p:sldId xmlns:r="http://schemas.openxmlformats.org/officeDocument/2006/relationships" id="263" r:id="R314b1b2942434cc3"/>
    <p:sldId xmlns:r="http://schemas.openxmlformats.org/officeDocument/2006/relationships" id="264" r:id="R590e904114bd40af"/>
    <p:sldId xmlns:r="http://schemas.openxmlformats.org/officeDocument/2006/relationships" id="265" r:id="R20d895b310e34550"/>
    <p:sldId xmlns:r="http://schemas.openxmlformats.org/officeDocument/2006/relationships" id="266" r:id="Ra608e1d0f60045ea"/>
    <p:sldId xmlns:r="http://schemas.openxmlformats.org/officeDocument/2006/relationships" id="267" r:id="R4ab7448f3bc64d19"/>
    <p:sldId xmlns:r="http://schemas.openxmlformats.org/officeDocument/2006/relationships" id="268" r:id="R3d269e10408a43f9"/>
    <p:sldId xmlns:r="http://schemas.openxmlformats.org/officeDocument/2006/relationships" id="269" r:id="Rcad0113f5ffa4c80"/>
    <p:sldId xmlns:r="http://schemas.openxmlformats.org/officeDocument/2006/relationships" id="270" r:id="R50be4268553b444c"/>
    <p:sldId xmlns:r="http://schemas.openxmlformats.org/officeDocument/2006/relationships" id="271" r:id="Rde5541e70c694e2f"/>
    <p:sldId xmlns:r="http://schemas.openxmlformats.org/officeDocument/2006/relationships" id="272" r:id="R1ab37024dac042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34d0d551f44e6" /><Relationship Type="http://schemas.openxmlformats.org/officeDocument/2006/relationships/theme" Target="/ppt/theme/theme1.xml" Id="R675ea8d2e8dd44c9" /><Relationship Type="http://schemas.openxmlformats.org/officeDocument/2006/relationships/notesMaster" Target="/ppt/notesMasters/notesMaster1.xml" Id="R303645e0583e4bef" /><Relationship Type="http://schemas.openxmlformats.org/officeDocument/2006/relationships/presProps" Target="/ppt/presProps.xml" Id="Ra42f1bc810b14ecc" /><Relationship Type="http://schemas.openxmlformats.org/officeDocument/2006/relationships/viewProps" Target="/ppt/viewProps.xml" Id="R6f58976608f54ab6" /><Relationship Type="http://schemas.openxmlformats.org/officeDocument/2006/relationships/tableStyles" Target="/ppt/tableStyles.xml" Id="R6f3e31ed95db4812" /><Relationship Type="http://schemas.openxmlformats.org/officeDocument/2006/relationships/slide" Target="/ppt/slides/slide1.xml" Id="Re6428a8afd754e12" /><Relationship Type="http://schemas.openxmlformats.org/officeDocument/2006/relationships/slide" Target="/ppt/slides/slide2.xml" Id="Re6f4a2c928e84155" /><Relationship Type="http://schemas.openxmlformats.org/officeDocument/2006/relationships/slide" Target="/ppt/slides/slide3.xml" Id="R17dd46671af5475e" /><Relationship Type="http://schemas.openxmlformats.org/officeDocument/2006/relationships/slide" Target="/ppt/slides/slide4.xml" Id="Rb8c1ade62d9f47d0" /><Relationship Type="http://schemas.openxmlformats.org/officeDocument/2006/relationships/slide" Target="/ppt/slides/slide5.xml" Id="Rfc8fd5869b8c48de" /><Relationship Type="http://schemas.openxmlformats.org/officeDocument/2006/relationships/slide" Target="/ppt/slides/slide6.xml" Id="Rfe8fb21c88d7406e" /><Relationship Type="http://schemas.openxmlformats.org/officeDocument/2006/relationships/slide" Target="/ppt/slides/slide7.xml" Id="R982866048bcd4a54" /><Relationship Type="http://schemas.openxmlformats.org/officeDocument/2006/relationships/slide" Target="/ppt/slides/slide8.xml" Id="R314b1b2942434cc3" /><Relationship Type="http://schemas.openxmlformats.org/officeDocument/2006/relationships/slide" Target="/ppt/slides/slide9.xml" Id="R590e904114bd40af" /><Relationship Type="http://schemas.openxmlformats.org/officeDocument/2006/relationships/slide" Target="/ppt/slides/slide10.xml" Id="R20d895b310e34550" /><Relationship Type="http://schemas.openxmlformats.org/officeDocument/2006/relationships/slide" Target="/ppt/slides/slide11.xml" Id="Ra608e1d0f60045ea" /><Relationship Type="http://schemas.openxmlformats.org/officeDocument/2006/relationships/slide" Target="/ppt/slides/slide12.xml" Id="R4ab7448f3bc64d19" /><Relationship Type="http://schemas.openxmlformats.org/officeDocument/2006/relationships/slide" Target="/ppt/slides/slide13.xml" Id="R3d269e10408a43f9" /><Relationship Type="http://schemas.openxmlformats.org/officeDocument/2006/relationships/slide" Target="/ppt/slides/slide14.xml" Id="Rcad0113f5ffa4c80" /><Relationship Type="http://schemas.openxmlformats.org/officeDocument/2006/relationships/slide" Target="/ppt/slides/slide15.xml" Id="R50be4268553b444c" /><Relationship Type="http://schemas.openxmlformats.org/officeDocument/2006/relationships/slide" Target="/ppt/slides/slide16.xml" Id="Rde5541e70c694e2f" /><Relationship Type="http://schemas.openxmlformats.org/officeDocument/2006/relationships/slide" Target="/ppt/slides/slide17.xml" Id="R1ab37024dac042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ea34053ed1645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dbcb4a9cfc4f8c" /><Relationship Type="http://schemas.openxmlformats.org/officeDocument/2006/relationships/notesMaster" Target="/ppt/notesMasters/notesMaster1.xml" Id="R8e0c3a184e4347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580eb7a937460d" /><Relationship Type="http://schemas.openxmlformats.org/officeDocument/2006/relationships/notesMaster" Target="/ppt/notesMasters/notesMaster1.xml" Id="R2a8baff19b3247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282d54c1bc4adc" /><Relationship Type="http://schemas.openxmlformats.org/officeDocument/2006/relationships/notesMaster" Target="/ppt/notesMasters/notesMaster1.xml" Id="Rd50c1b57bebb45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7ef71fbb264c07" /><Relationship Type="http://schemas.openxmlformats.org/officeDocument/2006/relationships/notesMaster" Target="/ppt/notesMasters/notesMaster1.xml" Id="Rbc056720923c48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4ba1a5aba442d7" /><Relationship Type="http://schemas.openxmlformats.org/officeDocument/2006/relationships/notesMaster" Target="/ppt/notesMasters/notesMaster1.xml" Id="Ra5f566de646341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2380ded0ee40aa" /><Relationship Type="http://schemas.openxmlformats.org/officeDocument/2006/relationships/notesMaster" Target="/ppt/notesMasters/notesMaster1.xml" Id="R21288ba1d12145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c9cb2338d640a8" /><Relationship Type="http://schemas.openxmlformats.org/officeDocument/2006/relationships/notesMaster" Target="/ppt/notesMasters/notesMaster1.xml" Id="Rb731f68a446949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38048db6584cb0" /><Relationship Type="http://schemas.openxmlformats.org/officeDocument/2006/relationships/notesMaster" Target="/ppt/notesMasters/notesMaster1.xml" Id="R61e067b92b9247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93b10944b84a01" /><Relationship Type="http://schemas.openxmlformats.org/officeDocument/2006/relationships/notesMaster" Target="/ppt/notesMasters/notesMaster1.xml" Id="Re2d2723d816140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1443ac06fa4fbd" /><Relationship Type="http://schemas.openxmlformats.org/officeDocument/2006/relationships/notesMaster" Target="/ppt/notesMasters/notesMaster1.xml" Id="R81fa436c3e3c49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804e70f1974a83" /><Relationship Type="http://schemas.openxmlformats.org/officeDocument/2006/relationships/notesMaster" Target="/ppt/notesMasters/notesMaster1.xml" Id="Rfc91dcd9cb664a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4f90134d23483a" /><Relationship Type="http://schemas.openxmlformats.org/officeDocument/2006/relationships/notesMaster" Target="/ppt/notesMasters/notesMaster1.xml" Id="Rd7e36eb74f1942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0ceb28bee04a81" /><Relationship Type="http://schemas.openxmlformats.org/officeDocument/2006/relationships/notesMaster" Target="/ppt/notesMasters/notesMaster1.xml" Id="Re487e7bc79ec46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c62382c8ad43b4" /><Relationship Type="http://schemas.openxmlformats.org/officeDocument/2006/relationships/notesMaster" Target="/ppt/notesMasters/notesMaster1.xml" Id="R94780eccfe7248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aa58239268421d" /><Relationship Type="http://schemas.openxmlformats.org/officeDocument/2006/relationships/notesMaster" Target="/ppt/notesMasters/notesMaster1.xml" Id="Rbe6769b4bb7643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4f41d4936143bd" /><Relationship Type="http://schemas.openxmlformats.org/officeDocument/2006/relationships/notesMaster" Target="/ppt/notesMasters/notesMaster1.xml" Id="R25e2ef58c6d5465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f85d1f20ce4314" /><Relationship Type="http://schemas.openxmlformats.org/officeDocument/2006/relationships/notesMaster" Target="/ppt/notesMasters/notesMaster1.xml" Id="R0ba814deef9743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a9397320e48a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0f66c1f94854459" /><Relationship Type="http://schemas.openxmlformats.org/officeDocument/2006/relationships/slideLayout" Target="/ppt/slideLayouts/slideLayout2.xml" Id="R0bd88716d2314a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d88716d2314a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05ef5404dc4cb7" /><Relationship Type="http://schemas.openxmlformats.org/officeDocument/2006/relationships/notesSlide" Target="/ppt/notesSlides/notesSlide1.xml" Id="Rfaab039b994d40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07d541b3af4af7" /><Relationship Type="http://schemas.openxmlformats.org/officeDocument/2006/relationships/notesSlide" Target="/ppt/notesSlides/notesSlide2.xml" Id="Rb5ac20bafd584b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4ea1241f1d46eb" /><Relationship Type="http://schemas.openxmlformats.org/officeDocument/2006/relationships/notesSlide" Target="/ppt/notesSlides/notesSlide3.xml" Id="R2becdfde98374a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e3eb515f0746a8" /><Relationship Type="http://schemas.openxmlformats.org/officeDocument/2006/relationships/notesSlide" Target="/ppt/notesSlides/notesSlide4.xml" Id="R92a4fc737d6e4b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b8154db7034ae9" /><Relationship Type="http://schemas.openxmlformats.org/officeDocument/2006/relationships/notesSlide" Target="/ppt/notesSlides/notesSlide5.xml" Id="R2c8a99cdac2741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bf472ac2e04476" /><Relationship Type="http://schemas.openxmlformats.org/officeDocument/2006/relationships/notesSlide" Target="/ppt/notesSlides/notesSlide6.xml" Id="R3abed2066d7840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55ad18fb7c4a4b" /><Relationship Type="http://schemas.openxmlformats.org/officeDocument/2006/relationships/notesSlide" Target="/ppt/notesSlides/notesSlide7.xml" Id="Rfb8aaf66a5b741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40523f255c4c5d" /><Relationship Type="http://schemas.openxmlformats.org/officeDocument/2006/relationships/notesSlide" Target="/ppt/notesSlides/notesSlide8.xml" Id="Rc7dd249c9f3f42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1c87ab2c2a4568" /><Relationship Type="http://schemas.openxmlformats.org/officeDocument/2006/relationships/notesSlide" Target="/ppt/notesSlides/notesSlide9.xml" Id="R0fcc30e13afa46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54c5c856794bf8" /><Relationship Type="http://schemas.openxmlformats.org/officeDocument/2006/relationships/notesSlide" Target="/ppt/notesSlides/notesSlide10.xml" Id="Rffb9e27d8b6947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56c212860a4c71" /><Relationship Type="http://schemas.openxmlformats.org/officeDocument/2006/relationships/notesSlide" Target="/ppt/notesSlides/notesSlide11.xml" Id="R0243e8581f8349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d6a03e2ad04b89" /><Relationship Type="http://schemas.openxmlformats.org/officeDocument/2006/relationships/notesSlide" Target="/ppt/notesSlides/notesSlide12.xml" Id="R73b5a264c7b342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5b38e8d9174f1a" /><Relationship Type="http://schemas.openxmlformats.org/officeDocument/2006/relationships/notesSlide" Target="/ppt/notesSlides/notesSlide13.xml" Id="R20886367f61447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efcc0393ba48ab" /><Relationship Type="http://schemas.openxmlformats.org/officeDocument/2006/relationships/notesSlide" Target="/ppt/notesSlides/notesSlide14.xml" Id="R1ddd3523188543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293ff13ea64768" /><Relationship Type="http://schemas.openxmlformats.org/officeDocument/2006/relationships/notesSlide" Target="/ppt/notesSlides/notesSlide15.xml" Id="Rfba7e5c346de48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57267f67a64f3c" /><Relationship Type="http://schemas.openxmlformats.org/officeDocument/2006/relationships/notesSlide" Target="/ppt/notesSlides/notesSlide16.xml" Id="R0464496f1b9c4e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92f712e0c14874" /><Relationship Type="http://schemas.openxmlformats.org/officeDocument/2006/relationships/notesSlide" Target="/ppt/notesSlides/notesSlide17.xml" Id="R6cf939a1927347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664BD3-5155-419E-B0A5-F6E77D91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AA82B-8316-4D23-9303-F1396FDB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020CE-730C-4806-A02C-E74029D3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E8D89-5DD7-4F21-BE9A-978B987B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30AB5-C693-4A31-B985-60B72748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配布エージェントは『骨組み』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76CB5-E5D0-416B-9893-A5EA18F5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4570A-F61C-43BB-A5A8-977C34A6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15050"/>
            <a:ext cx="1009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E8EA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522D2-8F79-4AAA-AD63-C57230E1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72200"/>
            <a:ext cx="971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6B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6B78"/>
                </a:solidFill>
                <a:latin typeface="Hiragino Sans"/>
                <a:ea typeface="Hiragino Sans"/>
                <a:cs typeface="Hiragino Sans"/>
              </a:rPr>
              <a:t>配布エージェントは完成品ではなく、自分専用に育てるための骨組み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4BFF5-0545-44CC-B8C2-BFE31FCC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47975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43FFD-C15C-49CD-83F8-8A45A867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E8EFA-2581-42D0-A664-7AD8EB95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43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4FA4B-C4DE-4E90-8869-60D154EE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14650"/>
            <a:ext cx="1390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骨組み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23A2C-2BAB-463C-87D6-2CA7EE86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3837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4D0F0-CDAB-4652-A81C-7B2BB97E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FA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706F4-747F-4ED1-9FB5-0B8DE8D8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33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3F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43F5E"/>
                </a:solidFill>
                <a:latin typeface="Hiragino Sans"/>
                <a:ea typeface="Hiragino Sans"/>
                <a:cs typeface="Hiragino Sans"/>
              </a:rPr>
              <a:t>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D3493-ED74-4A01-B998-3B5480F7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05050"/>
            <a:ext cx="1771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業務ルール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4E9E0-A4A8-4A1A-9B86-7233F510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7187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C328F-56CA-4CF1-8FC9-530D45A2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242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FA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79D522-BE0D-4C14-AF8C-C001B6DF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67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7F87F-98EC-4B6C-A24B-FB76BA22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38550"/>
            <a:ext cx="1771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顧客ニーズ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FDD9A-FBAD-4242-9EC9-CBF61962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47975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799BE-4291-41A9-BFE0-08489B42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2383">
            <a:solidFill>
              <a:srgbClr val="A7F3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1F91A3-8395-4F46-9BB8-CF124F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43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B98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0B981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847FB-5617-49F1-9B6C-46F5C067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1581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使える完成形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EADB9D-6E64-489C-A142-EA99FBD6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76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96EBF8-C642-46B1-9E27-F477753F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48000"/>
            <a:ext cx="76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6381421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6C48E1-179E-4DDC-AB0D-7FE6FA10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6E375-093D-438A-B813-14452B1A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3F53D-B149-4CD4-8760-14EC9A31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9C39B-D539-4BFE-8635-49FFD0BB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F6C46-CA41-42F7-A8BF-A0E47B3C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自分専用のナレッジを積み上げる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6F150-1D41-47D8-A488-47D110C9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17115-2EE5-4A07-91D4-E176B187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0015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F7"/>
          </a:solidFill>
          <a:ln xmlns:a="http://schemas.openxmlformats.org/drawingml/2006/main" w="11430">
            <a:solidFill>
              <a:srgbClr val="F9A8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1B873-2AB9-4C0D-8290-CCFE01EC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335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積み上げは消えない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7AA8B-A7BA-427E-9D83-6194BFD1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86250"/>
            <a:ext cx="2305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D2A8E-56CF-4324-85B1-D4698ECE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62450"/>
            <a:ext cx="2152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1ヶ月目</a:t>
            </a:r>
          </a:p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基礎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74F4A-964C-4B9C-8390-D07D8850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09950"/>
            <a:ext cx="2305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F7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763A2-9D75-490D-AD9E-5893FE02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86150"/>
            <a:ext cx="2152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2ヶ月目</a:t>
            </a:r>
          </a:p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オリジナル化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41339-3FCF-4BC8-B98E-B37610F3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33650"/>
            <a:ext cx="2305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C1C19-D1A7-4A65-811D-4103C447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9850"/>
            <a:ext cx="2152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3ヶ月目</a:t>
            </a:r>
          </a:p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完全オリジナル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370E9-D938-4819-9051-8F20A575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723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15237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4D0B3-C433-46B6-8CBC-70DF9CD4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65056-37E7-49CF-8409-4FA620C7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93EAA-0888-472B-B3A7-15C391D1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ED67B-841E-4BAF-AEC6-EE6E8831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2F7C3-E256-4B88-B254-AFB021AE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時間資本理論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978E8-B0B1-462E-858A-D33DF323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F9041-BA4A-4394-8100-5D6BCF87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15050"/>
            <a:ext cx="1009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E8EA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CC699-C4B7-4E4C-81A3-6BACB6F4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72200"/>
            <a:ext cx="971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6B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6B78"/>
                </a:solidFill>
                <a:latin typeface="Hiragino Sans"/>
                <a:ea typeface="Hiragino Sans"/>
                <a:cs typeface="Hiragino Sans"/>
              </a:rPr>
              <a:t>時間を資産へ変換する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EE6B9-EF57-43B0-B652-3DC1C92F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52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3F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90797-A6C9-463C-A7C6-8B891781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3F5E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43F5E"/>
                </a:solidFill>
                <a:latin typeface="Hiragino Sans"/>
                <a:ea typeface="Hiragino Sans"/>
                <a:cs typeface="Hiragino Sans"/>
              </a:rPr>
              <a:t>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BEA7D-0A62-41B7-AD8C-71DAEF00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76375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1DAE2-4D36-41B7-BA0F-0DCEBC75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287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E765A-917F-40EC-99F6-7F189C16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43050"/>
            <a:ext cx="291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時間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001DE-CA6E-4A2B-880F-92B57487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7F8C4-7B65-4567-9F0E-FD26D066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52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489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7DD6D-1BB0-4A0A-8F46-2F9E7B98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003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D90AE-39BA-408D-8DB1-B89A4A94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A7BAD-B635-4AFC-9DDB-52ACEFD7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28875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6C81C-AF24-48B8-8CD7-3C701C1D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43175"/>
            <a:ext cx="291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人的資本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B938A-3FCA-4146-A8B5-FFE9F359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718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C394B3-C520-450D-AFD1-AE2715EE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52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8087A-287D-46A6-9ADD-9DBD3065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00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FD5E8F-9BD3-4950-B697-0E839475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A1D6E-EA98-4F54-A765-1C08A1C9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0F0D81-E8A4-4672-B8E6-9D43B92B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43300"/>
            <a:ext cx="291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社会資本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E86EBA-D2C5-4CDB-8D28-6763E028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719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A2BA2D-CA2D-475B-909C-C4C6FBFD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52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759F13-A4A7-4EC5-81B8-24E75308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005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B98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0B981"/>
                </a:solidFill>
                <a:latin typeface="Hiragino Sans"/>
                <a:ea typeface="Hiragino Sans"/>
                <a:cs typeface="Hiragino Sans"/>
              </a:rPr>
              <a:t>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B1D192-A7B7-487E-9604-2C8F87EA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EEA2D5-FB27-4B9B-9F9B-E836E20A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29125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2383">
            <a:solidFill>
              <a:srgbClr val="A7F3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F854BB-5D26-4736-B5EE-D1C1990D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43425"/>
            <a:ext cx="291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金融資本</a:t>
            </a:r>
          </a:p>
        </p:txBody>
      </p:sp>
    </p:spTree>
    <p:extLst>
      <p:ext uri="{BB962C8B-B14F-4D97-AF65-F5344CB8AC3E}">
        <p14:creationId xmlns:p14="http://schemas.microsoft.com/office/powerpoint/2010/main" val="2522330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157C6C-CB28-4D69-BC3B-415748A9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A57D5-641A-4999-BDCA-39605913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2F1CC-885F-4075-AD11-31E99E62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FFFEB-EC2F-407F-842C-EF2AF199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7D53E-0963-4EE0-A3CB-8EB6CDB2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エージェント連携の考え方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A6ABD-1605-46BD-8A6E-3C4C7B73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54691-47A8-4386-AFE7-A6234590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241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F7"/>
          </a:solidFill>
          <a:ln xmlns:a="http://schemas.openxmlformats.org/drawingml/2006/main" w="19050">
            <a:solidFill>
              <a:srgbClr val="F9A8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F1031-5605-43CF-AD3A-991D4226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95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48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9A1C1-860A-41DA-9BA2-11CF9D05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432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3D23B-CCA8-487D-AFAD-BFF65F6A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900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自分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CCA37-F540-4E0F-A2C8-E1D1FE01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8DF93-78D5-4AE4-B79A-CB07E5AC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19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D3B16-C7B7-4B89-BADD-ED809274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00225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330E3-1441-4CBF-962F-0F15183E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52600"/>
            <a:ext cx="1371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5A69E-BDC3-4300-8465-BC7193EF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95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C6042-486D-4D6E-B0F1-7D9AE93B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秘書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EB83C-7B36-49CB-AD65-F629CE3C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62A72-87CD-401A-A468-8D333D12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19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A75A9-EF7D-4910-8DC7-96C2F9DA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0225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55701-D075-458B-BCF4-8252F129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1371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F40337-2A00-48F0-93DC-AE49EDE2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95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A7A11-9E5C-48E5-A6DC-88D6A0B3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6690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採用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EC3E21-9D46-4E91-A930-DF9C6429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03CC6E-2922-49D2-A5FF-28FDAFBD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19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A79893-5B1B-4888-8010-53DB357C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67225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DA435B-CBB6-4624-9C1D-40DE9B36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19600"/>
            <a:ext cx="1371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787AF9-929B-4477-AF26-7E4AE154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62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369C6D-56AD-440E-AA5C-23473BF1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3390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CFBBBD-844E-41B2-B960-AEB34FBA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BD9DD6-EA80-451E-AFF3-905FAFC5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19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2A1C53-BC60-4F8C-950A-C2EF231E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67225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FBE284-40BA-4E68-A103-B3BD0973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1371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40E95B-203C-4834-9BC2-36384B3B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62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B98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0B981"/>
                </a:solidFill>
                <a:latin typeface="Hiragino Sans"/>
                <a:ea typeface="Hiragino Sans"/>
                <a:cs typeface="Hiragino Sans"/>
              </a:rPr>
              <a:t>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3C93C0-3CAC-48F6-BC45-23CA39B7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リサーチ</a:t>
            </a:r>
          </a:p>
        </p:txBody>
      </p:sp>
    </p:spTree>
    <p:extLst>
      <p:ext uri="{BB962C8B-B14F-4D97-AF65-F5344CB8AC3E}">
        <p14:creationId xmlns:p14="http://schemas.microsoft.com/office/powerpoint/2010/main" val="19196715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199C10-2E3A-467D-AB1D-F4CD10E3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0FF8A-07BD-4C79-ABA0-5A9006B9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A5509-A574-4CF9-A4F4-B88C1B3B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22348-3D75-482B-8CF0-C6F1A9D4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66E51-DDC5-46B1-894B-040840B8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秘書エージェントのカスタマイズ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C5431-3153-4420-BE39-D5EF977B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140F1-E15E-4DF7-969A-55102080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9050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02884-43B2-4509-A1A1-077F2A88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57375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367C7-F1F3-464F-81A9-6F9BE359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000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3F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43F5E"/>
                </a:solidFill>
                <a:latin typeface="Hiragino Sans"/>
                <a:ea typeface="Hiragino Sans"/>
                <a:cs typeface="Hiragino Sans"/>
              </a:rPr>
              <a:t>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32945-BC6E-4702-BC35-E8C6FAF4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971675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返信のクセ学習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18C54-A519-4955-A08D-12CCFF13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EA926-95C1-445D-A108-90E824D4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FB0D3-1D97-4A63-BCA7-4FAA0C4D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90AD1-77C8-4B32-949A-2FF037EF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71675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会社テンプレ適用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B217B-41B9-4759-9DE9-C28B72E6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7662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71650-2057-47A9-8285-B72FEAF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290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AFF18-CDF4-4946-8FFF-BD2ADFC4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71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F76733-C74F-4738-811C-BC47E5AB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543300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顧客情報反映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96DF44-10AD-445B-8695-87AA6BB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7662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FBA8C-B932-4BB9-B649-0B3E80A0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671723-E6CF-43C8-B975-8884E7C2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71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5BD0E-4478-4CCF-9445-C7970C59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43300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BCC自動共有</a:t>
            </a:r>
          </a:p>
        </p:txBody>
      </p:sp>
    </p:spTree>
    <p:extLst>
      <p:ext uri="{BB962C8B-B14F-4D97-AF65-F5344CB8AC3E}">
        <p14:creationId xmlns:p14="http://schemas.microsoft.com/office/powerpoint/2010/main" val="17492882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190281-C1D3-43F1-8096-A00CAC80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36FC2-E7DE-49B0-88D7-B4799976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7BF54-8B5D-468D-A689-6B59068F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6A4D2-9D6D-4161-A3EE-A09785E8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C5A50-F97B-4F8B-B3DD-EEE0BFC1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自分の目的に合わせて作る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73192-E1C6-415B-8122-9E0B0E59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5506F-BCDB-412B-81E3-31213119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905125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A63B3-DAEB-4829-A413-BA36071F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575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1F7"/>
          </a:solidFill>
          <a:ln xmlns:a="http://schemas.openxmlformats.org/drawingml/2006/main" w="12383">
            <a:solidFill>
              <a:srgbClr val="F9A8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BDA6F-CD1D-4F6F-80AE-E2AFE990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000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FC92E-9238-4727-B735-8455C6D3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971800"/>
            <a:ext cx="1581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目的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FE638-6016-4175-BD8B-1ACD8B4C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5737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3F31E-19E3-4694-9047-69B5B257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0975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C181F-01DD-4106-B64A-69E0055C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24050"/>
            <a:ext cx="148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副業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D5131-E860-45D0-95EF-A55E2367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527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37EC1-0600-4564-97EE-602CBEF6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6212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CE7A2-486F-417C-8228-7F010CA8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2AE3C-C057-4D13-AFBC-A4B103F5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28800"/>
            <a:ext cx="148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フリーランス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045C3-F802-4B2A-813B-07A9E85D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780F0-9CFC-4452-96F1-011A0ED2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6212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40C25-EFF3-4769-B7D6-A48E1C7B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24DA1-A93C-4D49-81EE-90D3502B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28800"/>
            <a:ext cx="148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社内改善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58AC1-7D65-452C-B72F-E07B76B3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57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00392-F927-40E0-92C7-E5C08338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1012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E6B909-5530-4F39-B5AA-B69C4A56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76250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D3BBDE-783B-4D3B-917E-BB0729BC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876800"/>
            <a:ext cx="148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経営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98BEFC-7C4E-42DD-B4EF-B291070B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05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098B03-AE9C-4DB5-B1C0-597494EF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012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4DE783-E552-435E-9110-0E620F68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E705FC-8A33-4CD5-8277-7B3EA8A4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76800"/>
            <a:ext cx="148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コンサル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87945E-B9C0-4001-8CAC-360763A5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05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↘</a:t>
            </a:r>
          </a:p>
        </p:txBody>
      </p:sp>
    </p:spTree>
    <p:extLst>
      <p:ext uri="{BB962C8B-B14F-4D97-AF65-F5344CB8AC3E}">
        <p14:creationId xmlns:p14="http://schemas.microsoft.com/office/powerpoint/2010/main" val="17217960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14BB9C-C968-4F37-966D-926F52E5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1932A-7264-4C0E-B8BA-2AD78AFA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83F26-EE2E-48ED-96E7-889329C5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E5BD2-CB8A-4580-8451-B12C302E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2A57F-5FE7-482D-BF24-1DE907C3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マネタイズの4つの出口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EF298-B92F-4F51-A228-CB0146D8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7A9E1-675D-4ABD-A06C-7EE95233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66875"/>
            <a:ext cx="685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E5B26-3CA6-48EE-BBE3-DEF1700F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04DD7-AA97-4470-BEC7-238E0BD5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81375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AA905-0258-4EB0-8752-892CADC7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3F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A2627-846E-422C-8F6D-4F150306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0288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3F5E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43F5E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49A33-BD22-4F82-8097-439EE08F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業務改善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1A5AC-57AA-40F4-AD3F-49EB696F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81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489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DC6AB-8FB3-4EDE-826D-6C4FD89D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0288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BE72E-4E40-49FF-AB4A-ED260F79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社内評価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ADE2E-A2CA-4157-BE74-0B423365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95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3CC012-D1D7-40B0-955D-A3CAC808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7433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35965-8BD8-479F-A4D0-872D137D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0530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外販コンサル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8ECBD-8B02-4F3E-936D-9C26C7FE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95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8763B-3554-4F88-843E-5F588191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7433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B98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0B981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F614C-8462-46AE-AC6C-425F5932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自社サービス</a:t>
            </a:r>
          </a:p>
        </p:txBody>
      </p:sp>
    </p:spTree>
    <p:extLst>
      <p:ext uri="{BB962C8B-B14F-4D97-AF65-F5344CB8AC3E}">
        <p14:creationId xmlns:p14="http://schemas.microsoft.com/office/powerpoint/2010/main" val="5862385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4FE399-0280-4A60-AC99-0F9A6BA7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5B897-5F09-4610-BA07-AF4B54F0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2FEB1-D1B6-4BB1-81EE-CAB96835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0E9F6-C3E8-4AB3-8F56-F2862FCF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E8A22-D68E-418B-B3AE-8AE8AFFF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目標設定より先に必要なこと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AAC2D-A4FE-45A1-A663-5292EA4A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46348-15B2-40EC-80CF-ADE715CC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480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D608F-928F-4B4C-A542-649FE244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000375"/>
            <a:ext cx="1428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D6661-A6DD-4F29-A0D7-490B7575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114675"/>
            <a:ext cx="120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不確信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0504B-CE56-4E04-90F8-56478554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190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34B06-A6B2-46CB-BEB4-05C4FC2D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480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80AA8-9F44-4BAE-9F51-BF1E9850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000375"/>
            <a:ext cx="1428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CBDFE-366C-4855-806E-42C99E02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114675"/>
            <a:ext cx="120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4552C-9196-4932-B789-8B5C81AE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90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3E61D-050C-47C4-BEDE-73D06D2D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480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C1578-C696-41A4-832B-0FC068A7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00375"/>
            <a:ext cx="1428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E3F5A-BCDC-4E51-AF3E-BB657E8B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114675"/>
            <a:ext cx="120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小さく作る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E65B6-FCFD-4AD5-8720-6C8A6580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90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F46B8C-A8AE-438A-A62D-BD6B2FB1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480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4D956-3E4C-4604-93E0-D342E48B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00375"/>
            <a:ext cx="1428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9EC0DC-86F7-481C-8A20-C9FCC8E8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14675"/>
            <a:ext cx="120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価値が見える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95653-AF8E-49B5-B599-0DD646F4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90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E2F7F-6BE5-4EB3-AF77-B1AA06B0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480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84B32F-6735-4512-941E-3A4DF647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00375"/>
            <a:ext cx="1428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1F7"/>
          </a:solidFill>
          <a:ln xmlns:a="http://schemas.openxmlformats.org/drawingml/2006/main" w="12383">
            <a:solidFill>
              <a:srgbClr val="F9A8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E8E1EC-7791-450D-AB9F-CDAD645A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14675"/>
            <a:ext cx="120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目標設定</a:t>
            </a:r>
          </a:p>
        </p:txBody>
      </p:sp>
    </p:spTree>
    <p:extLst>
      <p:ext uri="{BB962C8B-B14F-4D97-AF65-F5344CB8AC3E}">
        <p14:creationId xmlns:p14="http://schemas.microsoft.com/office/powerpoint/2010/main" val="3695640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76103C-F32A-466F-8810-CFE5418F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8E3E6-8131-41A0-9E35-7BFF0EB3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2636E-40BF-4451-8C63-B4A25BD4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9DDCF-5558-45C9-A20E-EFFA2A2A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9C2C0-2B94-4171-AD1D-2BD6A8F5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自信の定義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C7BC2-4DA1-408C-8547-87214656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EAFA1-9D81-4722-B81D-86346EB5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9144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7FA"/>
          </a:solidFill>
          <a:ln xmlns:a="http://schemas.openxmlformats.org/drawingml/2006/main" w="13335">
            <a:solidFill>
              <a:srgbClr val="FBC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05248-2430-41A4-AC47-3211F54C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304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4955C-8484-4F19-8EF9-7581DE3C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7810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「一定量こなせば</a:t>
            </a:r>
          </a:p>
          <a:p xmlns:a="http://schemas.openxmlformats.org/drawingml/2006/main">
            <a:pPr algn="ctr">
              <a:defRPr sz="31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一定の結果が出ると</a:t>
            </a:r>
          </a:p>
          <a:p xmlns:a="http://schemas.openxmlformats.org/drawingml/2006/main">
            <a:pPr algn="ctr">
              <a:defRPr sz="31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確信している状態」</a:t>
            </a:r>
          </a:p>
        </p:txBody>
      </p:sp>
    </p:spTree>
    <p:extLst>
      <p:ext uri="{BB962C8B-B14F-4D97-AF65-F5344CB8AC3E}">
        <p14:creationId xmlns:p14="http://schemas.microsoft.com/office/powerpoint/2010/main" val="12312135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8C6681-1081-47AC-A7AD-B9E5BF5D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D6736-F9B9-45E8-B8FB-054464C5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94C3F-2915-4C85-8392-5B10AE53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9B67F-8415-4380-B155-15CFD5D0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3FA93-C347-4E21-8B43-4F509D59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マネタイズは売り方の暗記ではない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1E655-E3F3-4DAC-AA7B-36284825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64B09-D4C0-4913-A42A-41A109E2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480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0931B-CA97-4295-9DFB-FDDC9052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000375"/>
            <a:ext cx="1428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FC318-45DA-4BB9-AF12-B8D3B8F6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114675"/>
            <a:ext cx="120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顧客理解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2222F-62D2-4B10-91A4-FF09DF4D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90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FAA81-4249-4800-AB70-C708964E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480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0561B-8EB3-430C-AD8D-A86EB0CD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00375"/>
            <a:ext cx="1428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EC359-DCC8-4564-82C7-CAE400D3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14675"/>
            <a:ext cx="120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課題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33C45-304B-4A3D-B80B-43C29E30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90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2BB6D-A211-4DFA-8665-91E65629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480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72C20-4992-467A-AF75-3D68ECAB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00375"/>
            <a:ext cx="1428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BA9A3-6FF4-44D8-9142-BBD640C2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114675"/>
            <a:ext cx="120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価値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6891E-77E4-429F-B553-01686A04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90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64A533-37BA-4EF1-9106-A5B452A5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0480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6B335-61AC-4B65-9251-B311EF42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00375"/>
            <a:ext cx="1428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F5349-D40C-43E0-B00D-137C030A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114675"/>
            <a:ext cx="120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価格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44C6C-F4A9-4927-A0E4-D15D68E5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190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9272C-8F57-412B-8B1A-979A2171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480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CF7645-AEC5-45CB-B562-B01440C5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00375"/>
            <a:ext cx="1428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1F7"/>
          </a:solidFill>
          <a:ln xmlns:a="http://schemas.openxmlformats.org/drawingml/2006/main" w="12383">
            <a:solidFill>
              <a:srgbClr val="F9A8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070523-A0EA-483E-9D74-0EF9F1A8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14675"/>
            <a:ext cx="120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提案</a:t>
            </a:r>
          </a:p>
        </p:txBody>
      </p:sp>
    </p:spTree>
    <p:extLst>
      <p:ext uri="{BB962C8B-B14F-4D97-AF65-F5344CB8AC3E}">
        <p14:creationId xmlns:p14="http://schemas.microsoft.com/office/powerpoint/2010/main" val="14259850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6F74DE-66DF-4AFD-8A6E-5355FDA5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E336A-909A-4C17-BC83-300B47E6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570D6-BE62-462E-B575-6EEC6149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1AF9A-E76D-411B-9F50-E38BD0FF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1FCCA-1BC9-44FC-8FB1-8BACBCE4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単価ステップ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42DE9-BE62-4749-8C61-9E1A3341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A3072-34B9-4D66-8580-3010C743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1924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0614B-F621-4E24-8558-2B45B4F1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38700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無料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DC2DD-DDDE-4B9A-8DB6-F44D7E3B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57650"/>
            <a:ext cx="1924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7FA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D3DF2-B7C0-4F03-8C9D-A9DC9ED6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1,000円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BD99F-8ED8-420E-A0C2-2ACAA13C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1924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6A3C7-C7BB-4F0D-868C-F08092A3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29000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5万円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18884-25B5-4547-A578-C4E30951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1924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E94A8-14F9-41CC-B7F2-9B6C2C20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100万円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64A03-A5F8-43A5-9FFE-4F6EA163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7716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0B981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10B981"/>
                </a:solidFill>
                <a:latin typeface="Hiragino Sans"/>
                <a:ea typeface="Hiragino Sans"/>
                <a:cs typeface="Hiragino Sans"/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125592951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25B46C-7D78-47B7-915F-775BE43E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2F0D3-CD13-402E-B184-EBC59E00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50871-C5D2-4CB1-8788-141FD285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2D212-06D9-4981-8371-4DFDD930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E680A-5E65-48FA-9461-71856356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参加者に求める姿勢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84EE6-40E2-40A1-89E7-3381EABA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A81AC-C849-42CE-AC61-79BEACAB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09875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1336A-DFBC-4446-B37F-CF65989A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6225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1389D-7D1E-4319-916A-56F634FC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05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3F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43F5E"/>
                </a:solidFill>
                <a:latin typeface="Hiragino Sans"/>
                <a:ea typeface="Hiragino Sans"/>
                <a:cs typeface="Hiragino Sans"/>
              </a:rPr>
              <a:t>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57694-914C-410B-8CDB-4D42911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76550"/>
            <a:ext cx="1390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分解する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003DD-BB3E-4140-873B-DFA286DE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809875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AF405-1177-42CC-867F-EB29A41E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6225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E18BF-CF7E-4DBF-A1A9-B328DD4A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05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D209B-81D3-4209-8809-A6FE49E9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876550"/>
            <a:ext cx="1390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試す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5989B-BD95-4EFF-B167-B69FC75A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9875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AE97B-CAE7-454E-870D-868325C1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71C66-CED3-4A3D-91F8-316211F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8E911-0667-4995-8441-AB3004D1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1390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質問する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96B27-D949-41A1-8743-082A3F6B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09875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01C01-B041-48FE-9A79-1FC4431B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6225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2AFEB-68CB-4DB7-9486-B36B8AA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05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B98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0B981"/>
                </a:solidFill>
                <a:latin typeface="Hiragino Sans"/>
                <a:ea typeface="Hiragino Sans"/>
                <a:cs typeface="Hiragino Sans"/>
              </a:rPr>
              <a:t>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BDB59B-57DD-4515-BFEB-EF965265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876550"/>
            <a:ext cx="1390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改善する</a:t>
            </a:r>
          </a:p>
        </p:txBody>
      </p:sp>
    </p:spTree>
    <p:extLst>
      <p:ext uri="{BB962C8B-B14F-4D97-AF65-F5344CB8AC3E}">
        <p14:creationId xmlns:p14="http://schemas.microsoft.com/office/powerpoint/2010/main" val="5756051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86FA6B-0C33-4A9E-87F0-8DE79E41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24FD5-E3D4-468E-9F3A-8ED98705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A4001-42DC-4455-A96C-8A188657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CD9E3-6DD8-4781-BD9E-BFF269AD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7CAEC-13D5-4D72-B91F-43A7B3B4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曜日サイクル7日分の『なんで』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1A501-8D9A-417F-9B40-153292E0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78797-D742-4E15-9F78-51684183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257300" cy="18097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484DE-07F2-4E75-8D71-4261B6BD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8EBD1-BFBB-4EB9-91AB-C42ECA9C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E1B4D-821D-47ED-B103-913C3B66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914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知る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647D0-71DD-483C-91A0-BEF56979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1257300" cy="18097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B1EDA-E555-4B91-9541-D6E6C8DB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8125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86725-B5EF-4B0C-8608-D162F199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76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65573-47AC-48DC-A9E0-AFF77F08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43250"/>
            <a:ext cx="914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計画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82138-B7F6-49F2-AC5A-B1B5B3C4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90750"/>
            <a:ext cx="1257300" cy="18097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4CEFC-F9BE-4AA8-A8FA-8E836064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8125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F401B-3BA7-4ECD-8EDE-5CC8C4D8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76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6740FB-2102-4748-B3B7-D197D091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914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作る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C38BA-742C-4BAE-A9BC-D5395E96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1257300" cy="18097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C0263-0F04-45EB-AE8D-E1846D0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6ABCB-6B9A-4794-A460-4E3F29FD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76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7430A-629E-49A8-9725-B52D704D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43250"/>
            <a:ext cx="914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育てる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5F2DA-954C-4F92-9AA2-9BDCC9C7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90750"/>
            <a:ext cx="1257300" cy="18097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12B067-F1DE-4CAC-AD12-4CE399BA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DA03B-E7A1-45EC-9EA1-7EF7BA4A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76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CA2AA-5EC6-4C91-869C-AB521DDD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914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連携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41EC51-745A-4241-9ECA-8FA0068D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1257300" cy="18097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9B295A-3771-4F4F-ADE7-1B636EBF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CE13F2-330D-4BDF-8DC0-D08FED31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76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450117-E77C-4887-B32C-7017DF34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914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稼ぐ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54DC08-4E5B-4E13-82EE-9F2C1898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90750"/>
            <a:ext cx="1257300" cy="18097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9A8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106633-36B0-4AA9-A1F3-B93090DA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8125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CD6512-4F13-4EA1-AAA2-59CC0C6F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76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71BBC6-90A8-432D-AD90-D11FA01E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914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FB</a:t>
            </a:r>
          </a:p>
        </p:txBody>
      </p:sp>
    </p:spTree>
    <p:extLst>
      <p:ext uri="{BB962C8B-B14F-4D97-AF65-F5344CB8AC3E}">
        <p14:creationId xmlns:p14="http://schemas.microsoft.com/office/powerpoint/2010/main" val="21048237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1C9BB6-C457-4BFD-8A63-B8F4F253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2C023-3262-4E84-8505-AD892F6B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90614-359E-482F-854E-BB0D9AC2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A67CF-7B6C-49CD-8D67-9C184A9F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D315F-7047-40A8-8DDC-4CA57492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事前準備とサポート設計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91829-A5B8-49BD-B370-84901B5B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07753-3C5F-482C-BEEC-505E5309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15050"/>
            <a:ext cx="1009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E8EA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FE3F0-991D-4304-BC19-5F933AF8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72200"/>
            <a:ext cx="971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6B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6B78"/>
                </a:solidFill>
                <a:latin typeface="Hiragino Sans"/>
                <a:ea typeface="Hiragino Sans"/>
                <a:cs typeface="Hiragino Sans"/>
              </a:rPr>
              <a:t>準備した人が最大価値を受け取れる設計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FB13C-C6BB-48F8-960D-53B0EDBC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19250"/>
            <a:ext cx="352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62766-D7C3-40F6-A87F-0EE9CA3B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22A89-EFD7-496C-AF27-79D13E98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714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3F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43F5E"/>
                </a:solidFill>
                <a:latin typeface="Hiragino Sans"/>
                <a:ea typeface="Hiragino Sans"/>
                <a:cs typeface="Hiragino Sans"/>
              </a:rPr>
              <a:t>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01B08-ED25-41E7-BB12-61B8637D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291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事前準備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40141-1F21-456B-A2F7-05FB6F64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09825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D4F11-CE48-4D0E-B73D-98C0BB76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905125"/>
            <a:ext cx="352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C9E93A-52DE-4266-B776-07DCC8A5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86A4B-ACC9-4B43-B39A-4F39E607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00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9866D-FE5B-40C9-9062-4A2E6A35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71800"/>
            <a:ext cx="291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本編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DA451-8048-4F8D-8ED5-DF560D05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9570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BAE06-004D-4587-B2B7-2951F491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91000"/>
            <a:ext cx="352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5F7DD-6064-410D-A146-2CE676CE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43375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440E2-413C-47BF-966E-7501B6FA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86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7FCB5B-8CC3-4155-853A-174FAC66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257675"/>
            <a:ext cx="291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個別サポート</a:t>
            </a:r>
          </a:p>
        </p:txBody>
      </p:sp>
    </p:spTree>
    <p:extLst>
      <p:ext uri="{BB962C8B-B14F-4D97-AF65-F5344CB8AC3E}">
        <p14:creationId xmlns:p14="http://schemas.microsoft.com/office/powerpoint/2010/main" val="200912324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6982D3-C5EA-4C4E-8E77-EE94AF73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DAE11-D573-463E-A5C7-0037B6C8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3690E-067A-4CDE-91A8-10DB99DD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6B857-EAB8-46B8-B974-0C846FB2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670D6-7872-4E1B-B12B-89A4F44B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90日後に目指す状態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F9DF6-5490-4ACC-A73C-9E306970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A3E9B-3590-4AAF-8C04-B85C95C3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86000"/>
            <a:ext cx="2571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1F7"/>
          </a:solidFill>
          <a:ln xmlns:a="http://schemas.openxmlformats.org/drawingml/2006/main" w="14288">
            <a:solidFill>
              <a:srgbClr val="F9A8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D762C-5781-4928-97EC-D57A277A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527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人的資本化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5B5AD-C1CF-4611-9F04-1B3BF18B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857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048FA-2CDC-43D0-9B72-E6E1FAF1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857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0B20B-58B8-4A44-8525-B41596E7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2925"/>
            <a:ext cx="1628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設計できる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4B7DB-75CE-4532-9849-3DE87285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86250"/>
            <a:ext cx="1857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64609-5574-4812-BD6B-2DD12E42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238625"/>
            <a:ext cx="1857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63396-F839-4227-81A4-C45F92B4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352925"/>
            <a:ext cx="1628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作れる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0122F-D365-4D18-B83B-E398C0B7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86250"/>
            <a:ext cx="1857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AF6A9-7EB0-4967-961E-6E50772E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38625"/>
            <a:ext cx="1857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CB49E-D354-4E49-8FD1-4C31C99F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52925"/>
            <a:ext cx="1628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価値化できる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0624E-2A73-45C1-8600-73F322BA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86250"/>
            <a:ext cx="1857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550912-242D-42FA-88A8-A21F615F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238625"/>
            <a:ext cx="1857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73F7C-4ADD-45D5-B22E-D8F1284D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352925"/>
            <a:ext cx="1628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改善できる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508E6-B306-43FC-A92C-1A0D7AE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86250"/>
            <a:ext cx="1857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6EB999-A2AF-4B2F-A85E-F9305D9F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38625"/>
            <a:ext cx="1857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36BEE-7FF8-42F9-B122-9B7D2C5D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52925"/>
            <a:ext cx="1628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提案できる</a:t>
            </a:r>
          </a:p>
        </p:txBody>
      </p:sp>
    </p:spTree>
    <p:extLst>
      <p:ext uri="{BB962C8B-B14F-4D97-AF65-F5344CB8AC3E}">
        <p14:creationId xmlns:p14="http://schemas.microsoft.com/office/powerpoint/2010/main" val="13772281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21D568-EDDE-41C9-A940-E8180618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162F1-CBB2-4A83-94DD-9E672D68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33999-6A04-4F15-BB89-F403CF27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E2F77-71F4-439D-83B0-B9BC5F25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29659-14EB-40E9-99BA-03BDF870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毎週の積み上げが資産になる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24C1C-3CD0-4A0B-96C6-1B57EE8A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3F0A7-4E88-4A08-BE88-298C3291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8E8FB-4804-4F58-9DB9-1205DF24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886325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ナレッジ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042B3-3C6E-4BAE-AA33-67EAFFDD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28625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7FA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9D7F2-55F2-43F6-8A73-E2E2849F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3624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デモ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A7A03-7600-4754-9548-4214324B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762375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F7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D4A1C-8DC6-4E04-844B-90C8220D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38575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提案資料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8FBAF-8693-40E8-8F14-EECE6BC1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3850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8B9FC-711B-4B6E-90F6-73F6AED2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147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フィードバック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7A9D5-5A2C-4008-AB9D-02E1DDED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714625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48BC9-2FEB-4964-84C8-17E383E8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90825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ポートフォリオ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D9BD0-814E-4FDE-A4F1-77BAC399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9075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D8DA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B1B6C-F55E-45CC-BF55-23273F80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2669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収益化</a:t>
            </a:r>
          </a:p>
        </p:txBody>
      </p:sp>
    </p:spTree>
    <p:extLst>
      <p:ext uri="{BB962C8B-B14F-4D97-AF65-F5344CB8AC3E}">
        <p14:creationId xmlns:p14="http://schemas.microsoft.com/office/powerpoint/2010/main" val="152860423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84305F-A265-48BD-B720-B3B47846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1F151-773A-40B5-8112-ACD0F18A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0B7F1-9C5C-400C-B9DB-4E142757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4A6B2-3E52-484E-8012-BA8DAC1C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0A2F6-8410-4F2E-A266-A289D7FF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AIエージェントを『自分の武器』にする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4CAAB-5504-458A-9517-C24CA0B5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DF34A-0B85-4C04-BE47-EEB90FD5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86000"/>
            <a:ext cx="27432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1F7"/>
          </a:solidFill>
          <a:ln xmlns:a="http://schemas.openxmlformats.org/drawingml/2006/main" w="15240">
            <a:solidFill>
              <a:srgbClr val="F9A8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576B7-8D53-458A-870B-6741C506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EC4899"/>
                </a:solidFill>
                <a:latin typeface="Hiragino Sans"/>
                <a:ea typeface="Hiragino Sans"/>
                <a:cs typeface="Hiragino Sans"/>
              </a:rPr>
              <a:t>AIエージェント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04776-D522-4475-A528-E8172C1B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57375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A096D-EC50-444E-AFEE-1AA76E7C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F4AE4-B5B1-430F-830A-B2135AAA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2405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人的資本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06058-3766-42AB-BA2A-7AB5C94C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57375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408F3-7985-4527-8E63-923540AA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BF5E7-8AE1-44C5-B4ED-E8DADC26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2405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収益化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E333D-C4D1-4366-AEEC-FEBE8AA5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381375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066C5-2513-4B39-AE19-8CFCCECD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3375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333ED-9E2C-4507-8273-3113EDF1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44805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業務改善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9C5ED-7321-4B42-A51B-2077DAC1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81375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13730-7657-4564-808D-4DDE3D18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AB43C-89C9-4BAE-B08A-DECE1D66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4805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提案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7776B-7E72-4D3D-BB17-C7F61305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14875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04FAD-6B99-45D9-BB44-005B4546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6725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53BD2-9E00-47E1-BA4F-8435ADCA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8155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自動化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E574E8-AA26-4CB2-9E56-BFC20A16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14875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88C3C0-6038-4FFA-9D56-5ADAD502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A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9B89F3-8FC3-40B6-BC2C-D9662857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8155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副業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2CB3D-44BE-4B6B-A786-AB74C25E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7215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3ヶ月後、</a:t>
            </a:r>
          </a:p>
          <a:p xmlns:a="http://schemas.openxmlformats.org/drawingml/2006/main">
            <a:pPr algn="ctr">
              <a:defRPr sz="22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71821"/>
                </a:solidFill>
                <a:latin typeface="Hiragino Sans"/>
                <a:ea typeface="Hiragino Sans"/>
                <a:cs typeface="Hiragino Sans"/>
              </a:rPr>
              <a:t>あなた専用の武器になる。</a:t>
            </a:r>
          </a:p>
        </p:txBody>
      </p:sp>
    </p:spTree>
    <p:extLst>
      <p:ext uri="{BB962C8B-B14F-4D97-AF65-F5344CB8AC3E}">
        <p14:creationId xmlns:p14="http://schemas.microsoft.com/office/powerpoint/2010/main" val="1132806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2026-05-25T14:03:01.6030000Z</dcterms:created>
  <dcterms:modified xsi:type="dcterms:W3CDTF">2026-05-25T14:03:01.6030000Z</dcterms:modified>
</coreProperties>
</file>